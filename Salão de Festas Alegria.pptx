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7" r:id="rId4"/>
  </p:sldMasterIdLst>
  <p:notesMasterIdLst>
    <p:notesMasterId r:id="rId10"/>
  </p:notesMasterIdLst>
  <p:handoutMasterIdLst>
    <p:handoutMasterId r:id="rId11"/>
  </p:handoutMasterIdLst>
  <p:sldIdLst>
    <p:sldId id="268" r:id="rId5"/>
    <p:sldId id="261" r:id="rId6"/>
    <p:sldId id="259" r:id="rId7"/>
    <p:sldId id="269" r:id="rId8"/>
    <p:sldId id="267" r:id="rId9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80"/>
  </p:normalViewPr>
  <p:slideViewPr>
    <p:cSldViewPr snapToGrid="0" snapToObjects="1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8" d="100"/>
          <a:sy n="88" d="100"/>
        </p:scale>
        <p:origin x="302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44276E-14A9-41C4-8C36-E63D1EF894E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6BB745-57FB-4BEF-8F29-095E6A88896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Página Home (Para informação);</a:t>
          </a:r>
          <a:endParaRPr lang="en-US"/>
        </a:p>
      </dgm:t>
    </dgm:pt>
    <dgm:pt modelId="{9DABF451-7E58-4C90-872E-E2D0A6CA786B}" type="parTrans" cxnId="{B3E91F6E-2BF8-4AA4-95C9-627278B66545}">
      <dgm:prSet/>
      <dgm:spPr/>
      <dgm:t>
        <a:bodyPr/>
        <a:lstStyle/>
        <a:p>
          <a:endParaRPr lang="en-US"/>
        </a:p>
      </dgm:t>
    </dgm:pt>
    <dgm:pt modelId="{457DA435-29EB-4B2E-8495-ECD1A9D1D463}" type="sibTrans" cxnId="{B3E91F6E-2BF8-4AA4-95C9-627278B66545}">
      <dgm:prSet/>
      <dgm:spPr/>
      <dgm:t>
        <a:bodyPr/>
        <a:lstStyle/>
        <a:p>
          <a:endParaRPr lang="en-US"/>
        </a:p>
      </dgm:t>
    </dgm:pt>
    <dgm:pt modelId="{BCC7BDA1-AF28-40CB-8097-2462D3F8105F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Cadastro de Clientes e Locação(para reservas);</a:t>
          </a:r>
          <a:endParaRPr lang="en-US"/>
        </a:p>
      </dgm:t>
    </dgm:pt>
    <dgm:pt modelId="{09BC3B4B-42D7-4119-BF3C-FC990392013F}" type="parTrans" cxnId="{E9C4533E-573A-4B15-990F-C50051CD3CFD}">
      <dgm:prSet/>
      <dgm:spPr/>
      <dgm:t>
        <a:bodyPr/>
        <a:lstStyle/>
        <a:p>
          <a:endParaRPr lang="en-US"/>
        </a:p>
      </dgm:t>
    </dgm:pt>
    <dgm:pt modelId="{67CDA751-9CFD-4589-8FAA-38697E15AC19}" type="sibTrans" cxnId="{E9C4533E-573A-4B15-990F-C50051CD3CFD}">
      <dgm:prSet/>
      <dgm:spPr/>
      <dgm:t>
        <a:bodyPr/>
        <a:lstStyle/>
        <a:p>
          <a:endParaRPr lang="en-US"/>
        </a:p>
      </dgm:t>
    </dgm:pt>
    <dgm:pt modelId="{C5D79EF7-86A5-4C16-946D-DB663DA3F90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Sistema de  Login;</a:t>
          </a:r>
          <a:endParaRPr lang="en-US"/>
        </a:p>
      </dgm:t>
    </dgm:pt>
    <dgm:pt modelId="{E123DC61-8393-4686-A2C3-BD4DA6CFE2C4}" type="parTrans" cxnId="{12533794-5EC8-4F5E-A4BC-C75709917804}">
      <dgm:prSet/>
      <dgm:spPr/>
      <dgm:t>
        <a:bodyPr/>
        <a:lstStyle/>
        <a:p>
          <a:endParaRPr lang="en-US"/>
        </a:p>
      </dgm:t>
    </dgm:pt>
    <dgm:pt modelId="{93474D93-7D77-43DD-8A5C-9755B4BC1C98}" type="sibTrans" cxnId="{12533794-5EC8-4F5E-A4BC-C75709917804}">
      <dgm:prSet/>
      <dgm:spPr/>
      <dgm:t>
        <a:bodyPr/>
        <a:lstStyle/>
        <a:p>
          <a:endParaRPr lang="en-US"/>
        </a:p>
      </dgm:t>
    </dgm:pt>
    <dgm:pt modelId="{C94C3F8D-FB08-47C1-B87C-B00CEBF728A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Banco de dados;</a:t>
          </a:r>
          <a:endParaRPr lang="en-US"/>
        </a:p>
      </dgm:t>
    </dgm:pt>
    <dgm:pt modelId="{A36A8535-67FB-44E5-95D4-1EADA1DD5903}" type="parTrans" cxnId="{7136A0EB-0A54-468C-99A5-1906A58C39BF}">
      <dgm:prSet/>
      <dgm:spPr/>
      <dgm:t>
        <a:bodyPr/>
        <a:lstStyle/>
        <a:p>
          <a:endParaRPr lang="en-US"/>
        </a:p>
      </dgm:t>
    </dgm:pt>
    <dgm:pt modelId="{70336D1B-61BF-42BB-A2F6-2C5B027AE89C}" type="sibTrans" cxnId="{7136A0EB-0A54-468C-99A5-1906A58C39BF}">
      <dgm:prSet/>
      <dgm:spPr/>
      <dgm:t>
        <a:bodyPr/>
        <a:lstStyle/>
        <a:p>
          <a:endParaRPr lang="en-US"/>
        </a:p>
      </dgm:t>
    </dgm:pt>
    <dgm:pt modelId="{037E6C77-CAC0-40ED-AD53-73B8664295E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Acesso via nuvem do sistema;</a:t>
          </a:r>
          <a:endParaRPr lang="en-US"/>
        </a:p>
      </dgm:t>
    </dgm:pt>
    <dgm:pt modelId="{B1BEEB1F-ACCF-487E-93FA-385F09851B2F}" type="parTrans" cxnId="{68B1FCB5-762A-4931-9314-D39F7D763F63}">
      <dgm:prSet/>
      <dgm:spPr/>
      <dgm:t>
        <a:bodyPr/>
        <a:lstStyle/>
        <a:p>
          <a:endParaRPr lang="en-US"/>
        </a:p>
      </dgm:t>
    </dgm:pt>
    <dgm:pt modelId="{CCBC0C9B-9B02-4E89-82E8-F1928F86519B}" type="sibTrans" cxnId="{68B1FCB5-762A-4931-9314-D39F7D763F63}">
      <dgm:prSet/>
      <dgm:spPr/>
      <dgm:t>
        <a:bodyPr/>
        <a:lstStyle/>
        <a:p>
          <a:endParaRPr lang="en-US"/>
        </a:p>
      </dgm:t>
    </dgm:pt>
    <dgm:pt modelId="{27F5FC46-8090-4DE3-9F29-EFFA617F412F}" type="pres">
      <dgm:prSet presAssocID="{2744276E-14A9-41C4-8C36-E63D1EF894E2}" presName="root" presStyleCnt="0">
        <dgm:presLayoutVars>
          <dgm:dir/>
          <dgm:resizeHandles val="exact"/>
        </dgm:presLayoutVars>
      </dgm:prSet>
      <dgm:spPr/>
    </dgm:pt>
    <dgm:pt modelId="{21761723-6FD9-4C7D-BADF-F592DBCE10A0}" type="pres">
      <dgm:prSet presAssocID="{396BB745-57FB-4BEF-8F29-095E6A888964}" presName="compNode" presStyleCnt="0"/>
      <dgm:spPr/>
    </dgm:pt>
    <dgm:pt modelId="{871F7E79-8366-4358-AAE8-4B6F29C96146}" type="pres">
      <dgm:prSet presAssocID="{396BB745-57FB-4BEF-8F29-095E6A888964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ício"/>
        </a:ext>
      </dgm:extLst>
    </dgm:pt>
    <dgm:pt modelId="{13C3DFB0-0C3C-462A-B50C-887965F9768B}" type="pres">
      <dgm:prSet presAssocID="{396BB745-57FB-4BEF-8F29-095E6A888964}" presName="spaceRect" presStyleCnt="0"/>
      <dgm:spPr/>
    </dgm:pt>
    <dgm:pt modelId="{986EB6D8-08B1-4776-A97B-7F74A6162144}" type="pres">
      <dgm:prSet presAssocID="{396BB745-57FB-4BEF-8F29-095E6A888964}" presName="textRect" presStyleLbl="revTx" presStyleIdx="0" presStyleCnt="5">
        <dgm:presLayoutVars>
          <dgm:chMax val="1"/>
          <dgm:chPref val="1"/>
        </dgm:presLayoutVars>
      </dgm:prSet>
      <dgm:spPr/>
    </dgm:pt>
    <dgm:pt modelId="{C54C8143-624F-4DF6-8920-0536BBD7817F}" type="pres">
      <dgm:prSet presAssocID="{457DA435-29EB-4B2E-8495-ECD1A9D1D463}" presName="sibTrans" presStyleCnt="0"/>
      <dgm:spPr/>
    </dgm:pt>
    <dgm:pt modelId="{1F437E69-D4EC-477F-A389-E233223F3C0D}" type="pres">
      <dgm:prSet presAssocID="{BCC7BDA1-AF28-40CB-8097-2462D3F8105F}" presName="compNode" presStyleCnt="0"/>
      <dgm:spPr/>
    </dgm:pt>
    <dgm:pt modelId="{8A9B4BB6-A88C-4490-87C3-41543CC3CF4C}" type="pres">
      <dgm:prSet presAssocID="{BCC7BDA1-AF28-40CB-8097-2462D3F8105F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glu"/>
        </a:ext>
      </dgm:extLst>
    </dgm:pt>
    <dgm:pt modelId="{EEDF4464-DF51-4024-8035-4746D1652DA5}" type="pres">
      <dgm:prSet presAssocID="{BCC7BDA1-AF28-40CB-8097-2462D3F8105F}" presName="spaceRect" presStyleCnt="0"/>
      <dgm:spPr/>
    </dgm:pt>
    <dgm:pt modelId="{47494C48-FC3A-44FC-B15C-8E8F240BD367}" type="pres">
      <dgm:prSet presAssocID="{BCC7BDA1-AF28-40CB-8097-2462D3F8105F}" presName="textRect" presStyleLbl="revTx" presStyleIdx="1" presStyleCnt="5">
        <dgm:presLayoutVars>
          <dgm:chMax val="1"/>
          <dgm:chPref val="1"/>
        </dgm:presLayoutVars>
      </dgm:prSet>
      <dgm:spPr/>
    </dgm:pt>
    <dgm:pt modelId="{455099D9-EFE5-4339-BC08-0380F636AF7F}" type="pres">
      <dgm:prSet presAssocID="{67CDA751-9CFD-4589-8FAA-38697E15AC19}" presName="sibTrans" presStyleCnt="0"/>
      <dgm:spPr/>
    </dgm:pt>
    <dgm:pt modelId="{43EFE5D4-3243-4846-BB5D-C03822C8D929}" type="pres">
      <dgm:prSet presAssocID="{C5D79EF7-86A5-4C16-946D-DB663DA3F901}" presName="compNode" presStyleCnt="0"/>
      <dgm:spPr/>
    </dgm:pt>
    <dgm:pt modelId="{65104F5B-7192-422F-9D14-AA21A2C18F84}" type="pres">
      <dgm:prSet presAssocID="{C5D79EF7-86A5-4C16-946D-DB663DA3F90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egendas"/>
        </a:ext>
      </dgm:extLst>
    </dgm:pt>
    <dgm:pt modelId="{5D7A78CD-2531-470C-A17C-009CABCFD9D7}" type="pres">
      <dgm:prSet presAssocID="{C5D79EF7-86A5-4C16-946D-DB663DA3F901}" presName="spaceRect" presStyleCnt="0"/>
      <dgm:spPr/>
    </dgm:pt>
    <dgm:pt modelId="{13548C6B-4227-47E5-A4C5-A80572D8BAA8}" type="pres">
      <dgm:prSet presAssocID="{C5D79EF7-86A5-4C16-946D-DB663DA3F901}" presName="textRect" presStyleLbl="revTx" presStyleIdx="2" presStyleCnt="5">
        <dgm:presLayoutVars>
          <dgm:chMax val="1"/>
          <dgm:chPref val="1"/>
        </dgm:presLayoutVars>
      </dgm:prSet>
      <dgm:spPr/>
    </dgm:pt>
    <dgm:pt modelId="{8507261D-0BC3-4E02-9E64-C823976A60F3}" type="pres">
      <dgm:prSet presAssocID="{93474D93-7D77-43DD-8A5C-9755B4BC1C98}" presName="sibTrans" presStyleCnt="0"/>
      <dgm:spPr/>
    </dgm:pt>
    <dgm:pt modelId="{CCCDF59B-FAED-4791-B937-2D1405621044}" type="pres">
      <dgm:prSet presAssocID="{C94C3F8D-FB08-47C1-B87C-B00CEBF728AB}" presName="compNode" presStyleCnt="0"/>
      <dgm:spPr/>
    </dgm:pt>
    <dgm:pt modelId="{4E30051B-6E1C-4CB3-94BB-5A05B0C2C099}" type="pres">
      <dgm:prSet presAssocID="{C94C3F8D-FB08-47C1-B87C-B00CEBF728AB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EA29FB94-855F-4C28-952A-C00C4A4A0227}" type="pres">
      <dgm:prSet presAssocID="{C94C3F8D-FB08-47C1-B87C-B00CEBF728AB}" presName="spaceRect" presStyleCnt="0"/>
      <dgm:spPr/>
    </dgm:pt>
    <dgm:pt modelId="{871AE7E2-0594-4ABE-B0A8-42A3EC887F56}" type="pres">
      <dgm:prSet presAssocID="{C94C3F8D-FB08-47C1-B87C-B00CEBF728AB}" presName="textRect" presStyleLbl="revTx" presStyleIdx="3" presStyleCnt="5">
        <dgm:presLayoutVars>
          <dgm:chMax val="1"/>
          <dgm:chPref val="1"/>
        </dgm:presLayoutVars>
      </dgm:prSet>
      <dgm:spPr/>
    </dgm:pt>
    <dgm:pt modelId="{2C9171D1-5589-4D62-8965-694616F99E80}" type="pres">
      <dgm:prSet presAssocID="{70336D1B-61BF-42BB-A2F6-2C5B027AE89C}" presName="sibTrans" presStyleCnt="0"/>
      <dgm:spPr/>
    </dgm:pt>
    <dgm:pt modelId="{75336914-7783-4F4E-BF94-17582A9671E8}" type="pres">
      <dgm:prSet presAssocID="{037E6C77-CAC0-40ED-AD53-73B8664295EA}" presName="compNode" presStyleCnt="0"/>
      <dgm:spPr/>
    </dgm:pt>
    <dgm:pt modelId="{E1A5EB47-EEE6-4EF2-855E-9C16006ECDE6}" type="pres">
      <dgm:prSet presAssocID="{037E6C77-CAC0-40ED-AD53-73B8664295EA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B42AB6B-8B44-4A1D-A4DA-6D9550413436}" type="pres">
      <dgm:prSet presAssocID="{037E6C77-CAC0-40ED-AD53-73B8664295EA}" presName="spaceRect" presStyleCnt="0"/>
      <dgm:spPr/>
    </dgm:pt>
    <dgm:pt modelId="{5B5C2D4F-7F61-45D6-B113-E17A2B261439}" type="pres">
      <dgm:prSet presAssocID="{037E6C77-CAC0-40ED-AD53-73B8664295E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9AC1114-A8EC-43A7-B3C3-21EA5F5F7C39}" type="presOf" srcId="{2744276E-14A9-41C4-8C36-E63D1EF894E2}" destId="{27F5FC46-8090-4DE3-9F29-EFFA617F412F}" srcOrd="0" destOrd="0" presId="urn:microsoft.com/office/officeart/2018/2/layout/IconLabelList"/>
    <dgm:cxn modelId="{E5B3EE31-FBBC-4645-805F-77E4409F10C7}" type="presOf" srcId="{037E6C77-CAC0-40ED-AD53-73B8664295EA}" destId="{5B5C2D4F-7F61-45D6-B113-E17A2B261439}" srcOrd="0" destOrd="0" presId="urn:microsoft.com/office/officeart/2018/2/layout/IconLabelList"/>
    <dgm:cxn modelId="{E9C4533E-573A-4B15-990F-C50051CD3CFD}" srcId="{2744276E-14A9-41C4-8C36-E63D1EF894E2}" destId="{BCC7BDA1-AF28-40CB-8097-2462D3F8105F}" srcOrd="1" destOrd="0" parTransId="{09BC3B4B-42D7-4119-BF3C-FC990392013F}" sibTransId="{67CDA751-9CFD-4589-8FAA-38697E15AC19}"/>
    <dgm:cxn modelId="{D751F548-9920-4A4D-9F7E-DF38AB539004}" type="presOf" srcId="{BCC7BDA1-AF28-40CB-8097-2462D3F8105F}" destId="{47494C48-FC3A-44FC-B15C-8E8F240BD367}" srcOrd="0" destOrd="0" presId="urn:microsoft.com/office/officeart/2018/2/layout/IconLabelList"/>
    <dgm:cxn modelId="{B3E91F6E-2BF8-4AA4-95C9-627278B66545}" srcId="{2744276E-14A9-41C4-8C36-E63D1EF894E2}" destId="{396BB745-57FB-4BEF-8F29-095E6A888964}" srcOrd="0" destOrd="0" parTransId="{9DABF451-7E58-4C90-872E-E2D0A6CA786B}" sibTransId="{457DA435-29EB-4B2E-8495-ECD1A9D1D463}"/>
    <dgm:cxn modelId="{404C5F84-91EA-490C-A34B-1DB2082A4FF7}" type="presOf" srcId="{C5D79EF7-86A5-4C16-946D-DB663DA3F901}" destId="{13548C6B-4227-47E5-A4C5-A80572D8BAA8}" srcOrd="0" destOrd="0" presId="urn:microsoft.com/office/officeart/2018/2/layout/IconLabelList"/>
    <dgm:cxn modelId="{80EC388F-D826-46B1-A2E1-AAA63F629F4F}" type="presOf" srcId="{396BB745-57FB-4BEF-8F29-095E6A888964}" destId="{986EB6D8-08B1-4776-A97B-7F74A6162144}" srcOrd="0" destOrd="0" presId="urn:microsoft.com/office/officeart/2018/2/layout/IconLabelList"/>
    <dgm:cxn modelId="{0533B993-4D42-418B-8F6E-B8B3D08F389F}" type="presOf" srcId="{C94C3F8D-FB08-47C1-B87C-B00CEBF728AB}" destId="{871AE7E2-0594-4ABE-B0A8-42A3EC887F56}" srcOrd="0" destOrd="0" presId="urn:microsoft.com/office/officeart/2018/2/layout/IconLabelList"/>
    <dgm:cxn modelId="{12533794-5EC8-4F5E-A4BC-C75709917804}" srcId="{2744276E-14A9-41C4-8C36-E63D1EF894E2}" destId="{C5D79EF7-86A5-4C16-946D-DB663DA3F901}" srcOrd="2" destOrd="0" parTransId="{E123DC61-8393-4686-A2C3-BD4DA6CFE2C4}" sibTransId="{93474D93-7D77-43DD-8A5C-9755B4BC1C98}"/>
    <dgm:cxn modelId="{68B1FCB5-762A-4931-9314-D39F7D763F63}" srcId="{2744276E-14A9-41C4-8C36-E63D1EF894E2}" destId="{037E6C77-CAC0-40ED-AD53-73B8664295EA}" srcOrd="4" destOrd="0" parTransId="{B1BEEB1F-ACCF-487E-93FA-385F09851B2F}" sibTransId="{CCBC0C9B-9B02-4E89-82E8-F1928F86519B}"/>
    <dgm:cxn modelId="{7136A0EB-0A54-468C-99A5-1906A58C39BF}" srcId="{2744276E-14A9-41C4-8C36-E63D1EF894E2}" destId="{C94C3F8D-FB08-47C1-B87C-B00CEBF728AB}" srcOrd="3" destOrd="0" parTransId="{A36A8535-67FB-44E5-95D4-1EADA1DD5903}" sibTransId="{70336D1B-61BF-42BB-A2F6-2C5B027AE89C}"/>
    <dgm:cxn modelId="{BBB4C7D9-8A6A-4B56-8FA2-9C60FC2C5A31}" type="presParOf" srcId="{27F5FC46-8090-4DE3-9F29-EFFA617F412F}" destId="{21761723-6FD9-4C7D-BADF-F592DBCE10A0}" srcOrd="0" destOrd="0" presId="urn:microsoft.com/office/officeart/2018/2/layout/IconLabelList"/>
    <dgm:cxn modelId="{FA4F94F5-4BF8-4D9F-AF05-357505A97BC8}" type="presParOf" srcId="{21761723-6FD9-4C7D-BADF-F592DBCE10A0}" destId="{871F7E79-8366-4358-AAE8-4B6F29C96146}" srcOrd="0" destOrd="0" presId="urn:microsoft.com/office/officeart/2018/2/layout/IconLabelList"/>
    <dgm:cxn modelId="{42640B29-62DB-4C9A-8A65-AE3BB05DAED1}" type="presParOf" srcId="{21761723-6FD9-4C7D-BADF-F592DBCE10A0}" destId="{13C3DFB0-0C3C-462A-B50C-887965F9768B}" srcOrd="1" destOrd="0" presId="urn:microsoft.com/office/officeart/2018/2/layout/IconLabelList"/>
    <dgm:cxn modelId="{A65F1A60-3C63-4408-BF9F-47B6BD6A7D09}" type="presParOf" srcId="{21761723-6FD9-4C7D-BADF-F592DBCE10A0}" destId="{986EB6D8-08B1-4776-A97B-7F74A6162144}" srcOrd="2" destOrd="0" presId="urn:microsoft.com/office/officeart/2018/2/layout/IconLabelList"/>
    <dgm:cxn modelId="{65EC2658-05C7-49BC-8102-FFC17EA454A1}" type="presParOf" srcId="{27F5FC46-8090-4DE3-9F29-EFFA617F412F}" destId="{C54C8143-624F-4DF6-8920-0536BBD7817F}" srcOrd="1" destOrd="0" presId="urn:microsoft.com/office/officeart/2018/2/layout/IconLabelList"/>
    <dgm:cxn modelId="{CBB0866E-CE5E-4265-8E55-F83F11C41C00}" type="presParOf" srcId="{27F5FC46-8090-4DE3-9F29-EFFA617F412F}" destId="{1F437E69-D4EC-477F-A389-E233223F3C0D}" srcOrd="2" destOrd="0" presId="urn:microsoft.com/office/officeart/2018/2/layout/IconLabelList"/>
    <dgm:cxn modelId="{42AC25BA-B38C-47C9-A548-44DB99D63FA5}" type="presParOf" srcId="{1F437E69-D4EC-477F-A389-E233223F3C0D}" destId="{8A9B4BB6-A88C-4490-87C3-41543CC3CF4C}" srcOrd="0" destOrd="0" presId="urn:microsoft.com/office/officeart/2018/2/layout/IconLabelList"/>
    <dgm:cxn modelId="{EC2F30CB-50A4-4C11-B6D8-FB6113AB0509}" type="presParOf" srcId="{1F437E69-D4EC-477F-A389-E233223F3C0D}" destId="{EEDF4464-DF51-4024-8035-4746D1652DA5}" srcOrd="1" destOrd="0" presId="urn:microsoft.com/office/officeart/2018/2/layout/IconLabelList"/>
    <dgm:cxn modelId="{EA82B43F-C587-4675-9A14-B50C103E592B}" type="presParOf" srcId="{1F437E69-D4EC-477F-A389-E233223F3C0D}" destId="{47494C48-FC3A-44FC-B15C-8E8F240BD367}" srcOrd="2" destOrd="0" presId="urn:microsoft.com/office/officeart/2018/2/layout/IconLabelList"/>
    <dgm:cxn modelId="{A7342CFD-59FF-4112-A9FC-A67322C70165}" type="presParOf" srcId="{27F5FC46-8090-4DE3-9F29-EFFA617F412F}" destId="{455099D9-EFE5-4339-BC08-0380F636AF7F}" srcOrd="3" destOrd="0" presId="urn:microsoft.com/office/officeart/2018/2/layout/IconLabelList"/>
    <dgm:cxn modelId="{13BB9A19-6AC5-47FF-9DE8-AECE5BD13CCD}" type="presParOf" srcId="{27F5FC46-8090-4DE3-9F29-EFFA617F412F}" destId="{43EFE5D4-3243-4846-BB5D-C03822C8D929}" srcOrd="4" destOrd="0" presId="urn:microsoft.com/office/officeart/2018/2/layout/IconLabelList"/>
    <dgm:cxn modelId="{B2756457-7817-452C-876E-ECD2A8861B43}" type="presParOf" srcId="{43EFE5D4-3243-4846-BB5D-C03822C8D929}" destId="{65104F5B-7192-422F-9D14-AA21A2C18F84}" srcOrd="0" destOrd="0" presId="urn:microsoft.com/office/officeart/2018/2/layout/IconLabelList"/>
    <dgm:cxn modelId="{3D8858DE-CBF4-4E67-81E1-10E0C5432BDD}" type="presParOf" srcId="{43EFE5D4-3243-4846-BB5D-C03822C8D929}" destId="{5D7A78CD-2531-470C-A17C-009CABCFD9D7}" srcOrd="1" destOrd="0" presId="urn:microsoft.com/office/officeart/2018/2/layout/IconLabelList"/>
    <dgm:cxn modelId="{49A07045-F8FE-467F-9302-59288A1638F7}" type="presParOf" srcId="{43EFE5D4-3243-4846-BB5D-C03822C8D929}" destId="{13548C6B-4227-47E5-A4C5-A80572D8BAA8}" srcOrd="2" destOrd="0" presId="urn:microsoft.com/office/officeart/2018/2/layout/IconLabelList"/>
    <dgm:cxn modelId="{07CCD633-A675-4F5F-A481-7F10F2321463}" type="presParOf" srcId="{27F5FC46-8090-4DE3-9F29-EFFA617F412F}" destId="{8507261D-0BC3-4E02-9E64-C823976A60F3}" srcOrd="5" destOrd="0" presId="urn:microsoft.com/office/officeart/2018/2/layout/IconLabelList"/>
    <dgm:cxn modelId="{B085C382-6229-44C6-BD31-E3286CE73342}" type="presParOf" srcId="{27F5FC46-8090-4DE3-9F29-EFFA617F412F}" destId="{CCCDF59B-FAED-4791-B937-2D1405621044}" srcOrd="6" destOrd="0" presId="urn:microsoft.com/office/officeart/2018/2/layout/IconLabelList"/>
    <dgm:cxn modelId="{055F8B0D-16E6-4022-9BA5-81048F6F100B}" type="presParOf" srcId="{CCCDF59B-FAED-4791-B937-2D1405621044}" destId="{4E30051B-6E1C-4CB3-94BB-5A05B0C2C099}" srcOrd="0" destOrd="0" presId="urn:microsoft.com/office/officeart/2018/2/layout/IconLabelList"/>
    <dgm:cxn modelId="{62F57EB8-3974-459A-BD11-610E060D3605}" type="presParOf" srcId="{CCCDF59B-FAED-4791-B937-2D1405621044}" destId="{EA29FB94-855F-4C28-952A-C00C4A4A0227}" srcOrd="1" destOrd="0" presId="urn:microsoft.com/office/officeart/2018/2/layout/IconLabelList"/>
    <dgm:cxn modelId="{5D5891DE-C955-4094-9F01-418823F55DDB}" type="presParOf" srcId="{CCCDF59B-FAED-4791-B937-2D1405621044}" destId="{871AE7E2-0594-4ABE-B0A8-42A3EC887F56}" srcOrd="2" destOrd="0" presId="urn:microsoft.com/office/officeart/2018/2/layout/IconLabelList"/>
    <dgm:cxn modelId="{F1CA44A7-2454-4436-93EE-28EDF828BF27}" type="presParOf" srcId="{27F5FC46-8090-4DE3-9F29-EFFA617F412F}" destId="{2C9171D1-5589-4D62-8965-694616F99E80}" srcOrd="7" destOrd="0" presId="urn:microsoft.com/office/officeart/2018/2/layout/IconLabelList"/>
    <dgm:cxn modelId="{0E6E0E09-55DC-4B4F-A177-66BCDEFD24E1}" type="presParOf" srcId="{27F5FC46-8090-4DE3-9F29-EFFA617F412F}" destId="{75336914-7783-4F4E-BF94-17582A9671E8}" srcOrd="8" destOrd="0" presId="urn:microsoft.com/office/officeart/2018/2/layout/IconLabelList"/>
    <dgm:cxn modelId="{4466F746-9A18-4EB5-920A-BDC57E5641D1}" type="presParOf" srcId="{75336914-7783-4F4E-BF94-17582A9671E8}" destId="{E1A5EB47-EEE6-4EF2-855E-9C16006ECDE6}" srcOrd="0" destOrd="0" presId="urn:microsoft.com/office/officeart/2018/2/layout/IconLabelList"/>
    <dgm:cxn modelId="{6BB68269-5E61-4562-ACBE-B736767DB6DE}" type="presParOf" srcId="{75336914-7783-4F4E-BF94-17582A9671E8}" destId="{DB42AB6B-8B44-4A1D-A4DA-6D9550413436}" srcOrd="1" destOrd="0" presId="urn:microsoft.com/office/officeart/2018/2/layout/IconLabelList"/>
    <dgm:cxn modelId="{EE834967-EEE2-49EE-9242-6F6371E5104A}" type="presParOf" srcId="{75336914-7783-4F4E-BF94-17582A9671E8}" destId="{5B5C2D4F-7F61-45D6-B113-E17A2B26143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1F7E79-8366-4358-AAE8-4B6F29C96146}">
      <dsp:nvSpPr>
        <dsp:cNvPr id="0" name=""/>
        <dsp:cNvSpPr/>
      </dsp:nvSpPr>
      <dsp:spPr>
        <a:xfrm>
          <a:off x="433759" y="269588"/>
          <a:ext cx="703212" cy="703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6EB6D8-08B1-4776-A97B-7F74A6162144}">
      <dsp:nvSpPr>
        <dsp:cNvPr id="0" name=""/>
        <dsp:cNvSpPr/>
      </dsp:nvSpPr>
      <dsp:spPr>
        <a:xfrm>
          <a:off x="4018" y="1207302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Página Home (Para informação);</a:t>
          </a:r>
          <a:endParaRPr lang="en-US" sz="1100" kern="1200"/>
        </a:p>
      </dsp:txBody>
      <dsp:txXfrm>
        <a:off x="4018" y="1207302"/>
        <a:ext cx="1562695" cy="625078"/>
      </dsp:txXfrm>
    </dsp:sp>
    <dsp:sp modelId="{8A9B4BB6-A88C-4490-87C3-41543CC3CF4C}">
      <dsp:nvSpPr>
        <dsp:cNvPr id="0" name=""/>
        <dsp:cNvSpPr/>
      </dsp:nvSpPr>
      <dsp:spPr>
        <a:xfrm>
          <a:off x="2269926" y="269588"/>
          <a:ext cx="703212" cy="703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494C48-FC3A-44FC-B15C-8E8F240BD367}">
      <dsp:nvSpPr>
        <dsp:cNvPr id="0" name=""/>
        <dsp:cNvSpPr/>
      </dsp:nvSpPr>
      <dsp:spPr>
        <a:xfrm>
          <a:off x="1840185" y="1207302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Cadastro de Clientes e Locação(para reservas);</a:t>
          </a:r>
          <a:endParaRPr lang="en-US" sz="1100" kern="1200"/>
        </a:p>
      </dsp:txBody>
      <dsp:txXfrm>
        <a:off x="1840185" y="1207302"/>
        <a:ext cx="1562695" cy="625078"/>
      </dsp:txXfrm>
    </dsp:sp>
    <dsp:sp modelId="{65104F5B-7192-422F-9D14-AA21A2C18F84}">
      <dsp:nvSpPr>
        <dsp:cNvPr id="0" name=""/>
        <dsp:cNvSpPr/>
      </dsp:nvSpPr>
      <dsp:spPr>
        <a:xfrm>
          <a:off x="4106093" y="269588"/>
          <a:ext cx="703212" cy="703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548C6B-4227-47E5-A4C5-A80572D8BAA8}">
      <dsp:nvSpPr>
        <dsp:cNvPr id="0" name=""/>
        <dsp:cNvSpPr/>
      </dsp:nvSpPr>
      <dsp:spPr>
        <a:xfrm>
          <a:off x="3676352" y="1207302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Sistema de  Login;</a:t>
          </a:r>
          <a:endParaRPr lang="en-US" sz="1100" kern="1200"/>
        </a:p>
      </dsp:txBody>
      <dsp:txXfrm>
        <a:off x="3676352" y="1207302"/>
        <a:ext cx="1562695" cy="625078"/>
      </dsp:txXfrm>
    </dsp:sp>
    <dsp:sp modelId="{4E30051B-6E1C-4CB3-94BB-5A05B0C2C099}">
      <dsp:nvSpPr>
        <dsp:cNvPr id="0" name=""/>
        <dsp:cNvSpPr/>
      </dsp:nvSpPr>
      <dsp:spPr>
        <a:xfrm>
          <a:off x="5942260" y="269588"/>
          <a:ext cx="703212" cy="703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1AE7E2-0594-4ABE-B0A8-42A3EC887F56}">
      <dsp:nvSpPr>
        <dsp:cNvPr id="0" name=""/>
        <dsp:cNvSpPr/>
      </dsp:nvSpPr>
      <dsp:spPr>
        <a:xfrm>
          <a:off x="5512519" y="1207302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Banco de dados;</a:t>
          </a:r>
          <a:endParaRPr lang="en-US" sz="1100" kern="1200"/>
        </a:p>
      </dsp:txBody>
      <dsp:txXfrm>
        <a:off x="5512519" y="1207302"/>
        <a:ext cx="1562695" cy="625078"/>
      </dsp:txXfrm>
    </dsp:sp>
    <dsp:sp modelId="{E1A5EB47-EEE6-4EF2-855E-9C16006ECDE6}">
      <dsp:nvSpPr>
        <dsp:cNvPr id="0" name=""/>
        <dsp:cNvSpPr/>
      </dsp:nvSpPr>
      <dsp:spPr>
        <a:xfrm>
          <a:off x="7778427" y="269588"/>
          <a:ext cx="703212" cy="703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5C2D4F-7F61-45D6-B113-E17A2B261439}">
      <dsp:nvSpPr>
        <dsp:cNvPr id="0" name=""/>
        <dsp:cNvSpPr/>
      </dsp:nvSpPr>
      <dsp:spPr>
        <a:xfrm>
          <a:off x="7348686" y="1207302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Acesso via nuvem do sistema;</a:t>
          </a:r>
          <a:endParaRPr lang="en-US" sz="1100" kern="1200"/>
        </a:p>
      </dsp:txBody>
      <dsp:txXfrm>
        <a:off x="7348686" y="1207302"/>
        <a:ext cx="1562695" cy="6250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334B844-21C3-42B1-88EB-C617634BE2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69F8D52-2006-4FC4-8B1E-8EAE3D65B7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09DA36-7F9B-4043-B887-C06800BCA914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5D83F1-3C4F-4FC2-935E-6496C68BE0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3E4ECDF-DABB-43A8-9660-16E3E9A6E9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5516E-E66E-4AE5-A739-3B9AB2F1B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87148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33BCC-5939-472D-8FF9-90C39E33FE71}" type="datetimeFigureOut">
              <a:rPr lang="pt-BR" noProof="0" smtClean="0"/>
              <a:t>11/06/2026</a:t>
            </a:fld>
            <a:endParaRPr lang="pt-BR" noProof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89D74-5152-4A16-8347-BD347C4CF8DE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85814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89D74-5152-4A16-8347-BD347C4CF8DE}" type="slidenum">
              <a:rPr lang="pt-BR" noProof="0" smtClean="0"/>
              <a:t>1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828232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89D74-5152-4A16-8347-BD347C4CF8DE}" type="slidenum">
              <a:rPr lang="pt-BR" noProof="0" smtClean="0"/>
              <a:t>2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83011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89D74-5152-4A16-8347-BD347C4CF8DE}" type="slidenum">
              <a:rPr lang="pt-BR" noProof="0" smtClean="0"/>
              <a:t>3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50687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59A77-5CD7-D022-CEA9-432C2A76F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14AAD2C-5930-6D8E-7CB4-8337BF4ED6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D5EA208-57AD-110A-07FD-E054B99FF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E2AE64-82F9-CE2B-D9B4-6B69B8AAA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89D74-5152-4A16-8347-BD347C4CF8DE}" type="slidenum">
              <a:rPr lang="pt-BR" noProof="0" smtClean="0"/>
              <a:t>4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107165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89D74-5152-4A16-8347-BD347C4CF8DE}" type="slidenum">
              <a:rPr lang="pt-BR" noProof="0" smtClean="0"/>
              <a:t>5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76288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rtlCol="0" anchor="b">
            <a:normAutofit/>
          </a:bodyPr>
          <a:lstStyle>
            <a:lvl1pPr>
              <a:defRPr sz="540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2589213" y="4777379"/>
            <a:ext cx="8915399" cy="1126283"/>
          </a:xfrm>
        </p:spPr>
        <p:txBody>
          <a:bodyPr rtlCol="0"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D3D9575-91BC-4273-9D05-E9133AF754B5}" type="datetime1">
              <a:rPr lang="pt-BR" noProof="0" smtClean="0"/>
              <a:t>11/06/2026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Forma livre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3275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A6BC664-B207-4A7B-9641-FAF94B99F18E}" type="datetime1">
              <a:rPr lang="pt-BR" noProof="0" smtClean="0"/>
              <a:t>11/06/2026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8" name="Forma livre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071431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rtlCol="0"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A9176B2-2024-4811-9C19-5FE3DE06FF08}" type="datetime1">
              <a:rPr lang="pt-BR" noProof="0" smtClean="0"/>
              <a:t>11/06/2026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Forma livre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4439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42EE1F-0053-4475-BCF0-A9B9037C1F43}" type="datetime1">
              <a:rPr lang="pt-BR" noProof="0" smtClean="0"/>
              <a:t>11/06/2026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0" name="Forma livre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545651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2939373" y="1972703"/>
            <a:ext cx="3992732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7506629" y="1969475"/>
            <a:ext cx="3999001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1EC515A-400B-43B4-9880-FC08FB6E59D2}" type="datetime1">
              <a:rPr lang="pt-BR" noProof="0" smtClean="0"/>
              <a:t>11/06/2026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2" name="Forma livre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858928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23A0FF-D627-4E07-B95E-21182B796DE4}" type="datetime1">
              <a:rPr lang="pt-BR" noProof="0" smtClean="0"/>
              <a:t>11/06/2026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Forma livre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312232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757D18-5D1A-4D59-9714-6533760A952E}" type="datetime1">
              <a:rPr lang="pt-BR" noProof="0" smtClean="0"/>
              <a:t>11/06/2026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Forma livre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4529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89212" y="446088"/>
            <a:ext cx="3505199" cy="976312"/>
          </a:xfrm>
        </p:spPr>
        <p:txBody>
          <a:bodyPr rtlCol="0" anchor="b"/>
          <a:lstStyle>
            <a:lvl1pPr algn="l">
              <a:defRPr sz="2000" b="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rtlCol="0" anchor="ctr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 rtlCol="0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C6A4CB-1A24-40A9-B39C-018E3BE18260}" type="datetime1">
              <a:rPr lang="pt-BR" noProof="0" smtClean="0"/>
              <a:t>11/06/2026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Forma livre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64066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38FC00-284E-4795-B0E5-5A4C1B09FB48}" type="datetime1">
              <a:rPr lang="pt-BR" noProof="0" smtClean="0"/>
              <a:t>11/06/2026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Forma livre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45432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rtlCol="0" anchor="ctr">
            <a:normAutofit/>
          </a:bodyPr>
          <a:lstStyle>
            <a:lvl1pPr algn="l">
              <a:defRPr sz="4800" b="0" cap="none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FD874F-1773-4F05-87FA-F29E772DEC7A}" type="datetime1">
              <a:rPr lang="pt-BR" noProof="0" smtClean="0"/>
              <a:t>11/06/2026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Forma livre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128892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rtlCol="0" anchor="ctr">
            <a:normAutofit/>
          </a:bodyPr>
          <a:lstStyle>
            <a:lvl1pPr algn="l">
              <a:defRPr sz="4800" b="0" cap="none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13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3275012" y="3505200"/>
            <a:ext cx="7536554" cy="381000"/>
          </a:xfrm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CC28D61-FE66-40A3-BE1E-0D01AC2FC217}" type="datetime1">
              <a:rPr lang="pt-BR" noProof="0" smtClean="0"/>
              <a:t>11/06/2026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1" name="Forma livre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/>
              <a:t>‹nº›</a:t>
            </a:fld>
            <a:endParaRPr lang="pt-BR" noProof="0"/>
          </a:p>
        </p:txBody>
      </p:sp>
      <p:sp>
        <p:nvSpPr>
          <p:cNvPr id="14" name="Caixa de texto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pt-BR" sz="8000" noProof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15" name="Caixa de texto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pt-BR" sz="8000" noProof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4195960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rtlCol="0" anchor="b">
            <a:normAutofit/>
          </a:bodyPr>
          <a:lstStyle>
            <a:lvl1pPr algn="l">
              <a:defRPr sz="4800" b="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 rtl="0">
              <a:buNone/>
            </a:pPr>
            <a:r>
              <a:rPr lang="pt-BR" noProof="0"/>
              <a:t>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43F0E1-04C3-4507-AAD7-7F210CDC4E1A}" type="datetime1">
              <a:rPr lang="pt-BR" noProof="0" smtClean="0"/>
              <a:t>11/06/2026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Forma livre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191375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visita da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rtlCol="0" anchor="ctr">
            <a:normAutofit/>
          </a:bodyPr>
          <a:lstStyle>
            <a:lvl1pPr algn="l">
              <a:defRPr sz="4800" b="0" cap="none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21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rtlCol="0"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 rtl="0">
              <a:buNone/>
            </a:pPr>
            <a:r>
              <a:rPr lang="pt-BR" noProof="0"/>
              <a:t>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67302C-CD32-42F5-AA89-1A4963125709}" type="datetime1">
              <a:rPr lang="pt-BR" noProof="0" smtClean="0"/>
              <a:t>11/06/2026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1" name="Forma livre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17" name="Caixa de texto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pt-BR" sz="8000" noProof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18" name="Caixa de texto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pt-BR" sz="8000" noProof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140453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rtlCol="0" anchor="ctr">
            <a:normAutofit/>
          </a:bodyPr>
          <a:lstStyle>
            <a:lvl1pPr algn="l">
              <a:defRPr sz="4800" b="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21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rtlCol="0"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 rtl="0">
              <a:buNone/>
            </a:pPr>
            <a:r>
              <a:rPr lang="pt-BR" noProof="0"/>
              <a:t>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4CF22B-FDA2-4883-B467-E16A868E1F62}" type="datetime1">
              <a:rPr lang="pt-BR" noProof="0" smtClean="0"/>
              <a:t>11/06/2026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Forma livre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63380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9CF26E-DF8C-4D28-8013-0BBAA1AD1131}" type="datetime1">
              <a:rPr lang="pt-BR" noProof="0" smtClean="0"/>
              <a:t>11/06/2026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8" name="Forma livre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901321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rtlCol="0" anchor="ctr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48E340E-5995-4D5F-8925-15CABB426D9E}" type="datetime1">
              <a:rPr lang="pt-BR" noProof="0" smtClean="0"/>
              <a:t>11/06/2026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8" name="Forma livre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19130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o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orma livre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orma livre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orma livre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orma livre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orma livre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orma livre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orma livre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orma livre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orma livre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orma livre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orma livre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orma livre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upo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orma livre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orma livre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orma livre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orma livre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orma livre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orma livre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orma livre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orma livre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orma livre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orma livre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orma livre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orma livre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Retângulo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12F4C447-960B-4ED3-B8D9-9BA31B6D1AD6}" type="datetime1">
              <a:rPr lang="pt-BR" noProof="0" smtClean="0"/>
              <a:t>11/06/2026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609523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FE7974DF-4E2E-44B2-872B-B3D181A16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pontos de luz">
            <a:extLst>
              <a:ext uri="{FF2B5EF4-FFF2-40B4-BE49-F238E27FC236}">
                <a16:creationId xmlns:a16="http://schemas.microsoft.com/office/drawing/2014/main" id="{1A23FE0C-9A67-334E-9B7F-83AA9CF636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5090" r="17689"/>
          <a:stretch>
            <a:fillRect/>
          </a:stretch>
        </p:blipFill>
        <p:spPr>
          <a:xfrm>
            <a:off x="20" y="10"/>
            <a:ext cx="6976328" cy="6857991"/>
          </a:xfrm>
          <a:custGeom>
            <a:avLst/>
            <a:gdLst/>
            <a:ahLst/>
            <a:cxnLst/>
            <a:rect l="l" t="t" r="r" b="b"/>
            <a:pathLst>
              <a:path w="6976348" h="6858001">
                <a:moveTo>
                  <a:pt x="2047968" y="2"/>
                </a:moveTo>
                <a:lnTo>
                  <a:pt x="2421047" y="2"/>
                </a:lnTo>
                <a:cubicBezTo>
                  <a:pt x="2421047" y="2"/>
                  <a:pt x="2421047" y="2"/>
                  <a:pt x="6863326" y="4443267"/>
                </a:cubicBezTo>
                <a:cubicBezTo>
                  <a:pt x="7014022" y="4593998"/>
                  <a:pt x="7014022" y="4843030"/>
                  <a:pt x="6863326" y="4993761"/>
                </a:cubicBezTo>
                <a:cubicBezTo>
                  <a:pt x="6863326" y="4993761"/>
                  <a:pt x="6863326" y="4993761"/>
                  <a:pt x="5211442" y="6646011"/>
                </a:cubicBezTo>
                <a:lnTo>
                  <a:pt x="4999499" y="6858001"/>
                </a:lnTo>
                <a:lnTo>
                  <a:pt x="4626420" y="6858001"/>
                </a:lnTo>
                <a:lnTo>
                  <a:pt x="4838363" y="6646011"/>
                </a:lnTo>
                <a:cubicBezTo>
                  <a:pt x="6490247" y="4993761"/>
                  <a:pt x="6490247" y="4993761"/>
                  <a:pt x="6490247" y="4993761"/>
                </a:cubicBezTo>
                <a:cubicBezTo>
                  <a:pt x="6640943" y="4843030"/>
                  <a:pt x="6640943" y="4593998"/>
                  <a:pt x="6490247" y="4443267"/>
                </a:cubicBezTo>
                <a:cubicBezTo>
                  <a:pt x="2047968" y="2"/>
                  <a:pt x="2047968" y="2"/>
                  <a:pt x="2047968" y="2"/>
                </a:cubicBezTo>
                <a:close/>
                <a:moveTo>
                  <a:pt x="1135717" y="2"/>
                </a:moveTo>
                <a:lnTo>
                  <a:pt x="1269792" y="2"/>
                </a:lnTo>
                <a:cubicBezTo>
                  <a:pt x="1269792" y="2"/>
                  <a:pt x="1269792" y="2"/>
                  <a:pt x="5712070" y="4443267"/>
                </a:cubicBezTo>
                <a:cubicBezTo>
                  <a:pt x="5862767" y="4593998"/>
                  <a:pt x="5862767" y="4843030"/>
                  <a:pt x="5712070" y="4993761"/>
                </a:cubicBezTo>
                <a:cubicBezTo>
                  <a:pt x="5712070" y="4993761"/>
                  <a:pt x="5712070" y="4993761"/>
                  <a:pt x="4060187" y="6646011"/>
                </a:cubicBezTo>
                <a:lnTo>
                  <a:pt x="3848243" y="6858001"/>
                </a:lnTo>
                <a:lnTo>
                  <a:pt x="3714169" y="6858001"/>
                </a:lnTo>
                <a:lnTo>
                  <a:pt x="3926112" y="6646011"/>
                </a:lnTo>
                <a:cubicBezTo>
                  <a:pt x="5577996" y="4993761"/>
                  <a:pt x="5577996" y="4993761"/>
                  <a:pt x="5577996" y="4993761"/>
                </a:cubicBezTo>
                <a:cubicBezTo>
                  <a:pt x="5728692" y="4843030"/>
                  <a:pt x="5728692" y="4593998"/>
                  <a:pt x="5577996" y="4443267"/>
                </a:cubicBezTo>
                <a:cubicBezTo>
                  <a:pt x="1135717" y="2"/>
                  <a:pt x="1135717" y="2"/>
                  <a:pt x="1135717" y="2"/>
                </a:cubicBezTo>
                <a:close/>
                <a:moveTo>
                  <a:pt x="0" y="0"/>
                </a:moveTo>
                <a:lnTo>
                  <a:pt x="718193" y="0"/>
                </a:lnTo>
                <a:lnTo>
                  <a:pt x="950814" y="0"/>
                </a:lnTo>
                <a:cubicBezTo>
                  <a:pt x="950814" y="0"/>
                  <a:pt x="950814" y="0"/>
                  <a:pt x="5393093" y="4443265"/>
                </a:cubicBezTo>
                <a:cubicBezTo>
                  <a:pt x="5543790" y="4593996"/>
                  <a:pt x="5543790" y="4843028"/>
                  <a:pt x="5393093" y="4993759"/>
                </a:cubicBezTo>
                <a:cubicBezTo>
                  <a:pt x="5393093" y="4993759"/>
                  <a:pt x="5393093" y="4993759"/>
                  <a:pt x="3686757" y="6700475"/>
                </a:cubicBezTo>
                <a:lnTo>
                  <a:pt x="352926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8" name="Imagem 7" descr="presente">
            <a:extLst>
              <a:ext uri="{FF2B5EF4-FFF2-40B4-BE49-F238E27FC236}">
                <a16:creationId xmlns:a16="http://schemas.microsoft.com/office/drawing/2014/main" id="{0CE71C86-5256-F346-852E-D64FDD48D5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2187" r="-2" b="-2"/>
          <a:stretch>
            <a:fillRect/>
          </a:stretch>
        </p:blipFill>
        <p:spPr>
          <a:xfrm>
            <a:off x="950814" y="10"/>
            <a:ext cx="10112982" cy="6857991"/>
          </a:xfrm>
          <a:custGeom>
            <a:avLst/>
            <a:gdLst/>
            <a:ahLst/>
            <a:cxnLst/>
            <a:rect l="l" t="t" r="r" b="b"/>
            <a:pathLst>
              <a:path w="10112982" h="6858001">
                <a:moveTo>
                  <a:pt x="5184602" y="2"/>
                </a:moveTo>
                <a:lnTo>
                  <a:pt x="5557681" y="2"/>
                </a:lnTo>
                <a:cubicBezTo>
                  <a:pt x="5557681" y="2"/>
                  <a:pt x="5557681" y="2"/>
                  <a:pt x="9999960" y="4443267"/>
                </a:cubicBezTo>
                <a:cubicBezTo>
                  <a:pt x="10150656" y="4593998"/>
                  <a:pt x="10150656" y="4843030"/>
                  <a:pt x="9999960" y="4993761"/>
                </a:cubicBezTo>
                <a:cubicBezTo>
                  <a:pt x="9999960" y="4993761"/>
                  <a:pt x="9999960" y="4993761"/>
                  <a:pt x="8348076" y="6646011"/>
                </a:cubicBezTo>
                <a:lnTo>
                  <a:pt x="8136133" y="6858001"/>
                </a:lnTo>
                <a:lnTo>
                  <a:pt x="7763053" y="6858001"/>
                </a:lnTo>
                <a:lnTo>
                  <a:pt x="7974997" y="6646011"/>
                </a:lnTo>
                <a:cubicBezTo>
                  <a:pt x="9626880" y="4993761"/>
                  <a:pt x="9626880" y="4993761"/>
                  <a:pt x="9626880" y="4993761"/>
                </a:cubicBezTo>
                <a:cubicBezTo>
                  <a:pt x="9777577" y="4843030"/>
                  <a:pt x="9777577" y="4593998"/>
                  <a:pt x="9626880" y="4443267"/>
                </a:cubicBezTo>
                <a:cubicBezTo>
                  <a:pt x="5184602" y="2"/>
                  <a:pt x="5184602" y="2"/>
                  <a:pt x="5184602" y="2"/>
                </a:cubicBezTo>
                <a:close/>
                <a:moveTo>
                  <a:pt x="4272351" y="2"/>
                </a:moveTo>
                <a:lnTo>
                  <a:pt x="4406426" y="2"/>
                </a:lnTo>
                <a:cubicBezTo>
                  <a:pt x="4406426" y="2"/>
                  <a:pt x="4406426" y="2"/>
                  <a:pt x="8848704" y="4443267"/>
                </a:cubicBezTo>
                <a:cubicBezTo>
                  <a:pt x="8999400" y="4593998"/>
                  <a:pt x="8999400" y="4843030"/>
                  <a:pt x="8848704" y="4993761"/>
                </a:cubicBezTo>
                <a:cubicBezTo>
                  <a:pt x="8848704" y="4993761"/>
                  <a:pt x="8848704" y="4993761"/>
                  <a:pt x="7196821" y="6646011"/>
                </a:cubicBezTo>
                <a:lnTo>
                  <a:pt x="6984877" y="6858001"/>
                </a:lnTo>
                <a:lnTo>
                  <a:pt x="6850803" y="6858001"/>
                </a:lnTo>
                <a:lnTo>
                  <a:pt x="7062747" y="6646011"/>
                </a:lnTo>
                <a:cubicBezTo>
                  <a:pt x="8714630" y="4993761"/>
                  <a:pt x="8714630" y="4993761"/>
                  <a:pt x="8714630" y="4993761"/>
                </a:cubicBezTo>
                <a:cubicBezTo>
                  <a:pt x="8865326" y="4843030"/>
                  <a:pt x="8865326" y="4593998"/>
                  <a:pt x="8714630" y="4443267"/>
                </a:cubicBezTo>
                <a:cubicBezTo>
                  <a:pt x="4272351" y="2"/>
                  <a:pt x="4272351" y="2"/>
                  <a:pt x="4272351" y="2"/>
                </a:cubicBezTo>
                <a:close/>
                <a:moveTo>
                  <a:pt x="0" y="0"/>
                </a:moveTo>
                <a:lnTo>
                  <a:pt x="2727340" y="0"/>
                </a:lnTo>
                <a:lnTo>
                  <a:pt x="2782361" y="0"/>
                </a:lnTo>
                <a:lnTo>
                  <a:pt x="3418402" y="0"/>
                </a:lnTo>
                <a:lnTo>
                  <a:pt x="4085717" y="0"/>
                </a:lnTo>
                <a:cubicBezTo>
                  <a:pt x="4085717" y="0"/>
                  <a:pt x="4085717" y="0"/>
                  <a:pt x="8527996" y="4443265"/>
                </a:cubicBezTo>
                <a:cubicBezTo>
                  <a:pt x="8678694" y="4593996"/>
                  <a:pt x="8678694" y="4843028"/>
                  <a:pt x="8527996" y="4993759"/>
                </a:cubicBezTo>
                <a:cubicBezTo>
                  <a:pt x="8527996" y="4993759"/>
                  <a:pt x="8527996" y="4993759"/>
                  <a:pt x="6821659" y="6700475"/>
                </a:cubicBezTo>
                <a:lnTo>
                  <a:pt x="6664169" y="6858000"/>
                </a:lnTo>
                <a:lnTo>
                  <a:pt x="4048684" y="6858000"/>
                </a:lnTo>
                <a:lnTo>
                  <a:pt x="4260627" y="6646010"/>
                </a:lnTo>
                <a:cubicBezTo>
                  <a:pt x="5912511" y="4993760"/>
                  <a:pt x="5912511" y="4993760"/>
                  <a:pt x="5912511" y="4993760"/>
                </a:cubicBezTo>
                <a:cubicBezTo>
                  <a:pt x="6063207" y="4843029"/>
                  <a:pt x="6063207" y="4593997"/>
                  <a:pt x="5912511" y="4443266"/>
                </a:cubicBezTo>
                <a:cubicBezTo>
                  <a:pt x="1470232" y="1"/>
                  <a:pt x="1470232" y="1"/>
                  <a:pt x="1470232" y="1"/>
                </a:cubicBezTo>
                <a:lnTo>
                  <a:pt x="1097153" y="1"/>
                </a:lnTo>
                <a:cubicBezTo>
                  <a:pt x="1097153" y="1"/>
                  <a:pt x="1097153" y="1"/>
                  <a:pt x="5539432" y="4443266"/>
                </a:cubicBezTo>
                <a:cubicBezTo>
                  <a:pt x="5690128" y="4593997"/>
                  <a:pt x="5690128" y="4843029"/>
                  <a:pt x="5539432" y="4993760"/>
                </a:cubicBezTo>
                <a:cubicBezTo>
                  <a:pt x="5539432" y="4993760"/>
                  <a:pt x="5539432" y="4993760"/>
                  <a:pt x="3887548" y="6646010"/>
                </a:cubicBezTo>
                <a:lnTo>
                  <a:pt x="3675605" y="6858000"/>
                </a:lnTo>
                <a:lnTo>
                  <a:pt x="2897428" y="6858000"/>
                </a:lnTo>
                <a:lnTo>
                  <a:pt x="3109372" y="6646010"/>
                </a:lnTo>
                <a:cubicBezTo>
                  <a:pt x="4761255" y="4993760"/>
                  <a:pt x="4761255" y="4993760"/>
                  <a:pt x="4761255" y="4993760"/>
                </a:cubicBezTo>
                <a:cubicBezTo>
                  <a:pt x="4911952" y="4843029"/>
                  <a:pt x="4911952" y="4593997"/>
                  <a:pt x="4761255" y="4443266"/>
                </a:cubicBezTo>
                <a:cubicBezTo>
                  <a:pt x="318977" y="1"/>
                  <a:pt x="318977" y="1"/>
                  <a:pt x="318977" y="1"/>
                </a:cubicBezTo>
                <a:lnTo>
                  <a:pt x="184902" y="1"/>
                </a:lnTo>
                <a:cubicBezTo>
                  <a:pt x="184902" y="1"/>
                  <a:pt x="184902" y="1"/>
                  <a:pt x="4627181" y="4443266"/>
                </a:cubicBezTo>
                <a:cubicBezTo>
                  <a:pt x="4777877" y="4593997"/>
                  <a:pt x="4777877" y="4843029"/>
                  <a:pt x="4627181" y="4993760"/>
                </a:cubicBezTo>
                <a:cubicBezTo>
                  <a:pt x="4627181" y="4993760"/>
                  <a:pt x="4627181" y="4993760"/>
                  <a:pt x="2975297" y="6646010"/>
                </a:cubicBezTo>
                <a:lnTo>
                  <a:pt x="2763354" y="6858000"/>
                </a:lnTo>
                <a:lnTo>
                  <a:pt x="2578452" y="6858000"/>
                </a:lnTo>
                <a:lnTo>
                  <a:pt x="2790396" y="6646010"/>
                </a:lnTo>
                <a:cubicBezTo>
                  <a:pt x="4442279" y="4993759"/>
                  <a:pt x="4442279" y="4993759"/>
                  <a:pt x="4442279" y="4993759"/>
                </a:cubicBezTo>
                <a:cubicBezTo>
                  <a:pt x="4592976" y="4843028"/>
                  <a:pt x="4592976" y="4593996"/>
                  <a:pt x="4442279" y="444326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DD27FA4-E917-1A4B-90B7-6F7401ABD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9743" b="3646"/>
          <a:stretch>
            <a:fillRect/>
          </a:stretch>
        </p:blipFill>
        <p:spPr>
          <a:xfrm>
            <a:off x="5036531" y="10"/>
            <a:ext cx="7155468" cy="6857990"/>
          </a:xfrm>
          <a:custGeom>
            <a:avLst/>
            <a:gdLst/>
            <a:ahLst/>
            <a:cxnLst/>
            <a:rect l="l" t="t" r="r" b="b"/>
            <a:pathLst>
              <a:path w="7155468" h="6858000">
                <a:moveTo>
                  <a:pt x="0" y="0"/>
                </a:moveTo>
                <a:lnTo>
                  <a:pt x="6241068" y="0"/>
                </a:lnTo>
                <a:lnTo>
                  <a:pt x="6381745" y="0"/>
                </a:lnTo>
                <a:lnTo>
                  <a:pt x="7155468" y="0"/>
                </a:lnTo>
                <a:lnTo>
                  <a:pt x="7155468" y="6858000"/>
                </a:lnTo>
                <a:lnTo>
                  <a:pt x="6381745" y="6858000"/>
                </a:lnTo>
                <a:lnTo>
                  <a:pt x="6241068" y="6858000"/>
                </a:lnTo>
                <a:lnTo>
                  <a:pt x="4050415" y="6858000"/>
                </a:lnTo>
                <a:lnTo>
                  <a:pt x="4262358" y="6646010"/>
                </a:lnTo>
                <a:cubicBezTo>
                  <a:pt x="5914242" y="4993760"/>
                  <a:pt x="5914242" y="4993760"/>
                  <a:pt x="5914242" y="4993760"/>
                </a:cubicBezTo>
                <a:cubicBezTo>
                  <a:pt x="6064938" y="4843029"/>
                  <a:pt x="6064938" y="4593997"/>
                  <a:pt x="5914242" y="4443266"/>
                </a:cubicBezTo>
                <a:cubicBezTo>
                  <a:pt x="1471963" y="1"/>
                  <a:pt x="1471963" y="1"/>
                  <a:pt x="1471963" y="1"/>
                </a:cubicBezTo>
                <a:lnTo>
                  <a:pt x="1098884" y="1"/>
                </a:lnTo>
                <a:cubicBezTo>
                  <a:pt x="1098884" y="1"/>
                  <a:pt x="1098884" y="1"/>
                  <a:pt x="5541162" y="4443266"/>
                </a:cubicBezTo>
                <a:cubicBezTo>
                  <a:pt x="5691859" y="4593997"/>
                  <a:pt x="5691859" y="4843029"/>
                  <a:pt x="5541162" y="4993760"/>
                </a:cubicBezTo>
                <a:cubicBezTo>
                  <a:pt x="5541162" y="4993760"/>
                  <a:pt x="5541162" y="4993760"/>
                  <a:pt x="3889279" y="6646010"/>
                </a:cubicBezTo>
                <a:lnTo>
                  <a:pt x="3677335" y="6858000"/>
                </a:lnTo>
                <a:lnTo>
                  <a:pt x="2899159" y="6858000"/>
                </a:lnTo>
                <a:lnTo>
                  <a:pt x="3111103" y="6646010"/>
                </a:lnTo>
                <a:cubicBezTo>
                  <a:pt x="4762986" y="4993760"/>
                  <a:pt x="4762986" y="4993760"/>
                  <a:pt x="4762986" y="4993760"/>
                </a:cubicBezTo>
                <a:cubicBezTo>
                  <a:pt x="4913682" y="4843029"/>
                  <a:pt x="4913682" y="4593997"/>
                  <a:pt x="4762986" y="4443266"/>
                </a:cubicBezTo>
                <a:cubicBezTo>
                  <a:pt x="320708" y="1"/>
                  <a:pt x="320708" y="1"/>
                  <a:pt x="320708" y="1"/>
                </a:cubicBezTo>
                <a:lnTo>
                  <a:pt x="186633" y="1"/>
                </a:lnTo>
                <a:cubicBezTo>
                  <a:pt x="186633" y="1"/>
                  <a:pt x="186633" y="1"/>
                  <a:pt x="4628912" y="4443266"/>
                </a:cubicBezTo>
                <a:cubicBezTo>
                  <a:pt x="4779608" y="4593997"/>
                  <a:pt x="4779608" y="4843029"/>
                  <a:pt x="4628912" y="4993760"/>
                </a:cubicBezTo>
                <a:cubicBezTo>
                  <a:pt x="4628912" y="4993760"/>
                  <a:pt x="4628912" y="4993760"/>
                  <a:pt x="2977029" y="6646010"/>
                </a:cubicBezTo>
                <a:lnTo>
                  <a:pt x="2765085" y="6858000"/>
                </a:lnTo>
                <a:lnTo>
                  <a:pt x="2578451" y="6858000"/>
                </a:lnTo>
                <a:lnTo>
                  <a:pt x="2790394" y="6646009"/>
                </a:lnTo>
                <a:cubicBezTo>
                  <a:pt x="4442278" y="4993759"/>
                  <a:pt x="4442278" y="4993759"/>
                  <a:pt x="4442278" y="4993759"/>
                </a:cubicBezTo>
                <a:cubicBezTo>
                  <a:pt x="4592976" y="4843028"/>
                  <a:pt x="4592976" y="4593996"/>
                  <a:pt x="4442278" y="444326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57" name="Freeform 5">
            <a:extLst>
              <a:ext uri="{FF2B5EF4-FFF2-40B4-BE49-F238E27FC236}">
                <a16:creationId xmlns:a16="http://schemas.microsoft.com/office/drawing/2014/main" id="{E82F2188-1BCA-4D74-B813-C6F8DEF5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3632297"/>
            <a:ext cx="10602096" cy="2170389"/>
          </a:xfrm>
          <a:custGeom>
            <a:avLst/>
            <a:gdLst>
              <a:gd name="T0" fmla="*/ 2253 w 2259"/>
              <a:gd name="T1" fmla="*/ 195 h 413"/>
              <a:gd name="T2" fmla="*/ 2064 w 2259"/>
              <a:gd name="T3" fmla="*/ 7 h 413"/>
              <a:gd name="T4" fmla="*/ 2062 w 2259"/>
              <a:gd name="T5" fmla="*/ 5 h 413"/>
              <a:gd name="T6" fmla="*/ 2048 w 2259"/>
              <a:gd name="T7" fmla="*/ 0 h 413"/>
              <a:gd name="T8" fmla="*/ 891 w 2259"/>
              <a:gd name="T9" fmla="*/ 0 h 413"/>
              <a:gd name="T10" fmla="*/ 851 w 2259"/>
              <a:gd name="T11" fmla="*/ 0 h 413"/>
              <a:gd name="T12" fmla="*/ 541 w 2259"/>
              <a:gd name="T13" fmla="*/ 0 h 413"/>
              <a:gd name="T14" fmla="*/ 54 w 2259"/>
              <a:gd name="T15" fmla="*/ 0 h 413"/>
              <a:gd name="T16" fmla="*/ 0 w 2259"/>
              <a:gd name="T17" fmla="*/ 0 h 413"/>
              <a:gd name="T18" fmla="*/ 0 w 2259"/>
              <a:gd name="T19" fmla="*/ 413 h 413"/>
              <a:gd name="T20" fmla="*/ 54 w 2259"/>
              <a:gd name="T21" fmla="*/ 413 h 413"/>
              <a:gd name="T22" fmla="*/ 541 w 2259"/>
              <a:gd name="T23" fmla="*/ 413 h 413"/>
              <a:gd name="T24" fmla="*/ 851 w 2259"/>
              <a:gd name="T25" fmla="*/ 413 h 413"/>
              <a:gd name="T26" fmla="*/ 891 w 2259"/>
              <a:gd name="T27" fmla="*/ 413 h 413"/>
              <a:gd name="T28" fmla="*/ 2048 w 2259"/>
              <a:gd name="T29" fmla="*/ 413 h 413"/>
              <a:gd name="T30" fmla="*/ 2062 w 2259"/>
              <a:gd name="T31" fmla="*/ 408 h 413"/>
              <a:gd name="T32" fmla="*/ 2064 w 2259"/>
              <a:gd name="T33" fmla="*/ 406 h 413"/>
              <a:gd name="T34" fmla="*/ 2253 w 2259"/>
              <a:gd name="T35" fmla="*/ 217 h 413"/>
              <a:gd name="T36" fmla="*/ 2253 w 2259"/>
              <a:gd name="T37" fmla="*/ 195 h 4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259" h="413">
                <a:moveTo>
                  <a:pt x="2253" y="195"/>
                </a:moveTo>
                <a:cubicBezTo>
                  <a:pt x="2064" y="7"/>
                  <a:pt x="2064" y="7"/>
                  <a:pt x="2064" y="7"/>
                </a:cubicBezTo>
                <a:cubicBezTo>
                  <a:pt x="2064" y="6"/>
                  <a:pt x="2063" y="5"/>
                  <a:pt x="2062" y="5"/>
                </a:cubicBezTo>
                <a:cubicBezTo>
                  <a:pt x="2058" y="2"/>
                  <a:pt x="2053" y="0"/>
                  <a:pt x="2048" y="0"/>
                </a:cubicBezTo>
                <a:cubicBezTo>
                  <a:pt x="891" y="0"/>
                  <a:pt x="891" y="0"/>
                  <a:pt x="891" y="0"/>
                </a:cubicBezTo>
                <a:cubicBezTo>
                  <a:pt x="851" y="0"/>
                  <a:pt x="851" y="0"/>
                  <a:pt x="851" y="0"/>
                </a:cubicBezTo>
                <a:cubicBezTo>
                  <a:pt x="541" y="0"/>
                  <a:pt x="541" y="0"/>
                  <a:pt x="541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13"/>
                  <a:pt x="0" y="413"/>
                  <a:pt x="0" y="413"/>
                </a:cubicBezTo>
                <a:cubicBezTo>
                  <a:pt x="54" y="413"/>
                  <a:pt x="54" y="413"/>
                  <a:pt x="54" y="413"/>
                </a:cubicBezTo>
                <a:cubicBezTo>
                  <a:pt x="541" y="413"/>
                  <a:pt x="541" y="413"/>
                  <a:pt x="541" y="413"/>
                </a:cubicBezTo>
                <a:cubicBezTo>
                  <a:pt x="851" y="413"/>
                  <a:pt x="851" y="413"/>
                  <a:pt x="851" y="413"/>
                </a:cubicBezTo>
                <a:cubicBezTo>
                  <a:pt x="891" y="413"/>
                  <a:pt x="891" y="413"/>
                  <a:pt x="891" y="413"/>
                </a:cubicBezTo>
                <a:cubicBezTo>
                  <a:pt x="2048" y="413"/>
                  <a:pt x="2048" y="413"/>
                  <a:pt x="2048" y="413"/>
                </a:cubicBezTo>
                <a:cubicBezTo>
                  <a:pt x="2053" y="413"/>
                  <a:pt x="2058" y="411"/>
                  <a:pt x="2062" y="408"/>
                </a:cubicBezTo>
                <a:cubicBezTo>
                  <a:pt x="2063" y="407"/>
                  <a:pt x="2064" y="406"/>
                  <a:pt x="2064" y="406"/>
                </a:cubicBezTo>
                <a:cubicBezTo>
                  <a:pt x="2253" y="217"/>
                  <a:pt x="2253" y="217"/>
                  <a:pt x="2253" y="217"/>
                </a:cubicBezTo>
                <a:cubicBezTo>
                  <a:pt x="2259" y="211"/>
                  <a:pt x="2259" y="201"/>
                  <a:pt x="2253" y="195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66081D-517B-5D43-A7B4-E67DDEDC0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3733" y="3962400"/>
            <a:ext cx="8458200" cy="958911"/>
          </a:xfrm>
        </p:spPr>
        <p:txBody>
          <a:bodyPr rtlCol="0">
            <a:normAutofit/>
          </a:bodyPr>
          <a:lstStyle/>
          <a:p>
            <a:pPr rtl="0"/>
            <a:r>
              <a:rPr lang="pt-BR" sz="4400">
                <a:solidFill>
                  <a:srgbClr val="FEFFFF"/>
                </a:solidFill>
              </a:rPr>
              <a:t>Salão de Festas Alegria</a:t>
            </a:r>
          </a:p>
        </p:txBody>
      </p:sp>
    </p:spTree>
    <p:extLst>
      <p:ext uri="{BB962C8B-B14F-4D97-AF65-F5344CB8AC3E}">
        <p14:creationId xmlns:p14="http://schemas.microsoft.com/office/powerpoint/2010/main" val="312941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tângulo 32">
            <a:extLst>
              <a:ext uri="{FF2B5EF4-FFF2-40B4-BE49-F238E27FC236}">
                <a16:creationId xmlns:a16="http://schemas.microsoft.com/office/drawing/2014/main" id="{A9D17E3F-9160-4D16-8F1D-F8FE94E2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pt-BR" dirty="0"/>
          </a:p>
        </p:txBody>
      </p:sp>
      <p:pic>
        <p:nvPicPr>
          <p:cNvPr id="13" name="Imagem 12" descr="pontos de luz">
            <a:extLst>
              <a:ext uri="{FF2B5EF4-FFF2-40B4-BE49-F238E27FC236}">
                <a16:creationId xmlns:a16="http://schemas.microsoft.com/office/drawing/2014/main" id="{91359E98-53EA-154C-9838-95AAA23C9E6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Objetivo do Sistema:</a:t>
            </a: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93DBB853-C277-42C7-80D0-110A8842E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36" name="Forma livre 11">
              <a:extLst>
                <a:ext uri="{FF2B5EF4-FFF2-40B4-BE49-F238E27FC236}">
                  <a16:creationId xmlns:a16="http://schemas.microsoft.com/office/drawing/2014/main" id="{8D2CA353-4AC3-432A-8704-A618563EEC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orma livre 12">
              <a:extLst>
                <a:ext uri="{FF2B5EF4-FFF2-40B4-BE49-F238E27FC236}">
                  <a16:creationId xmlns:a16="http://schemas.microsoft.com/office/drawing/2014/main" id="{71685CFF-C2D8-4119-9CDA-504914853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orma livre 13">
              <a:extLst>
                <a:ext uri="{FF2B5EF4-FFF2-40B4-BE49-F238E27FC236}">
                  <a16:creationId xmlns:a16="http://schemas.microsoft.com/office/drawing/2014/main" id="{119C20C9-05B5-4384-9F4E-B4B8FA299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Forma livre 14">
              <a:extLst>
                <a:ext uri="{FF2B5EF4-FFF2-40B4-BE49-F238E27FC236}">
                  <a16:creationId xmlns:a16="http://schemas.microsoft.com/office/drawing/2014/main" id="{F78ACAA7-E69F-43D4-919F-59DCA6482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Forma livre 15">
              <a:extLst>
                <a:ext uri="{FF2B5EF4-FFF2-40B4-BE49-F238E27FC236}">
                  <a16:creationId xmlns:a16="http://schemas.microsoft.com/office/drawing/2014/main" id="{96704AC3-E553-4428-AD42-796DD344A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Forma livre 16">
              <a:extLst>
                <a:ext uri="{FF2B5EF4-FFF2-40B4-BE49-F238E27FC236}">
                  <a16:creationId xmlns:a16="http://schemas.microsoft.com/office/drawing/2014/main" id="{3144CE2D-2D9E-4E16-92AA-F685E4549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Forma livre 17">
              <a:extLst>
                <a:ext uri="{FF2B5EF4-FFF2-40B4-BE49-F238E27FC236}">
                  <a16:creationId xmlns:a16="http://schemas.microsoft.com/office/drawing/2014/main" id="{CD4C0C99-C139-4838-92A2-2C0551481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Forma livre 18">
              <a:extLst>
                <a:ext uri="{FF2B5EF4-FFF2-40B4-BE49-F238E27FC236}">
                  <a16:creationId xmlns:a16="http://schemas.microsoft.com/office/drawing/2014/main" id="{6D356AA9-ECE0-4E40-A277-44AC6EF765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Forma livre 19">
              <a:extLst>
                <a:ext uri="{FF2B5EF4-FFF2-40B4-BE49-F238E27FC236}">
                  <a16:creationId xmlns:a16="http://schemas.microsoft.com/office/drawing/2014/main" id="{5A9C3CFE-942C-43DB-9652-8B264755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Forma livre 20">
              <a:extLst>
                <a:ext uri="{FF2B5EF4-FFF2-40B4-BE49-F238E27FC236}">
                  <a16:creationId xmlns:a16="http://schemas.microsoft.com/office/drawing/2014/main" id="{F3DDB2C0-7B2C-4BA5-8ECA-463274672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Forma livre 21">
              <a:extLst>
                <a:ext uri="{FF2B5EF4-FFF2-40B4-BE49-F238E27FC236}">
                  <a16:creationId xmlns:a16="http://schemas.microsoft.com/office/drawing/2014/main" id="{CCB346B3-FD72-422B-9688-F54E77399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Forma livre 22">
              <a:extLst>
                <a:ext uri="{FF2B5EF4-FFF2-40B4-BE49-F238E27FC236}">
                  <a16:creationId xmlns:a16="http://schemas.microsoft.com/office/drawing/2014/main" id="{A5E738B1-537A-48F5-B99B-72BF4EA8B0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65CAAAF8-C872-447C-BCD0-F5CD3016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50" name="Forma livre 27">
              <a:extLst>
                <a:ext uri="{FF2B5EF4-FFF2-40B4-BE49-F238E27FC236}">
                  <a16:creationId xmlns:a16="http://schemas.microsoft.com/office/drawing/2014/main" id="{3CD192F9-4898-4362-B1A2-3DDAA54614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Forma livre 28">
              <a:extLst>
                <a:ext uri="{FF2B5EF4-FFF2-40B4-BE49-F238E27FC236}">
                  <a16:creationId xmlns:a16="http://schemas.microsoft.com/office/drawing/2014/main" id="{25658BAB-0A60-4CAE-B735-5297A284A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Forma livre 29">
              <a:extLst>
                <a:ext uri="{FF2B5EF4-FFF2-40B4-BE49-F238E27FC236}">
                  <a16:creationId xmlns:a16="http://schemas.microsoft.com/office/drawing/2014/main" id="{B176DB7C-2C45-4E08-956B-5D2E339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Forma livre 30">
              <a:extLst>
                <a:ext uri="{FF2B5EF4-FFF2-40B4-BE49-F238E27FC236}">
                  <a16:creationId xmlns:a16="http://schemas.microsoft.com/office/drawing/2014/main" id="{671B014E-7E67-4978-A9AB-7C6E2F99F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" name="Forma livre 31">
              <a:extLst>
                <a:ext uri="{FF2B5EF4-FFF2-40B4-BE49-F238E27FC236}">
                  <a16:creationId xmlns:a16="http://schemas.microsoft.com/office/drawing/2014/main" id="{193156F8-3B15-4064-8C4B-F21ED4F37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Forma livre 32">
              <a:extLst>
                <a:ext uri="{FF2B5EF4-FFF2-40B4-BE49-F238E27FC236}">
                  <a16:creationId xmlns:a16="http://schemas.microsoft.com/office/drawing/2014/main" id="{96B721A4-876F-43D1-B231-585A55B38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orma livre 33">
              <a:extLst>
                <a:ext uri="{FF2B5EF4-FFF2-40B4-BE49-F238E27FC236}">
                  <a16:creationId xmlns:a16="http://schemas.microsoft.com/office/drawing/2014/main" id="{3D9AB238-BB7F-4D15-83B0-BD6CA92CC7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orma livre 34">
              <a:extLst>
                <a:ext uri="{FF2B5EF4-FFF2-40B4-BE49-F238E27FC236}">
                  <a16:creationId xmlns:a16="http://schemas.microsoft.com/office/drawing/2014/main" id="{85F91E03-6B79-4561-AADA-9D9EE5194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orma livre 35">
              <a:extLst>
                <a:ext uri="{FF2B5EF4-FFF2-40B4-BE49-F238E27FC236}">
                  <a16:creationId xmlns:a16="http://schemas.microsoft.com/office/drawing/2014/main" id="{A2B05A7B-02BB-4384-AB3F-6300769C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orma livre 36">
              <a:extLst>
                <a:ext uri="{FF2B5EF4-FFF2-40B4-BE49-F238E27FC236}">
                  <a16:creationId xmlns:a16="http://schemas.microsoft.com/office/drawing/2014/main" id="{10C0CEA7-547A-4AB3-99B0-971B1E98A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orma livre 37">
              <a:extLst>
                <a:ext uri="{FF2B5EF4-FFF2-40B4-BE49-F238E27FC236}">
                  <a16:creationId xmlns:a16="http://schemas.microsoft.com/office/drawing/2014/main" id="{643A7C23-A309-4BDC-AC90-7E150B0A7A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orma livre 38">
              <a:extLst>
                <a:ext uri="{FF2B5EF4-FFF2-40B4-BE49-F238E27FC236}">
                  <a16:creationId xmlns:a16="http://schemas.microsoft.com/office/drawing/2014/main" id="{CDFCEA60-6323-4E47-A467-83E3D32C0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3" name="Retângulo 62">
            <a:extLst>
              <a:ext uri="{FF2B5EF4-FFF2-40B4-BE49-F238E27FC236}">
                <a16:creationId xmlns:a16="http://schemas.microsoft.com/office/drawing/2014/main" id="{42D62A3B-08B7-4F45-B0BC-A23B2CC9C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65" name="Forma livre 11">
            <a:extLst>
              <a:ext uri="{FF2B5EF4-FFF2-40B4-BE49-F238E27FC236}">
                <a16:creationId xmlns:a16="http://schemas.microsoft.com/office/drawing/2014/main" id="{7527CAFC-17AC-48FE-AB33-811D38361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86AB88-DEA6-E16C-563D-E116A8253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2351874"/>
            <a:ext cx="8915400" cy="2716880"/>
          </a:xfrm>
        </p:spPr>
        <p:txBody>
          <a:bodyPr>
            <a:noAutofit/>
          </a:bodyPr>
          <a:lstStyle/>
          <a:p>
            <a:r>
              <a:rPr lang="pt-BR" sz="2800" dirty="0"/>
              <a:t>Para melhorar a divulgação dos serviços e organizar melhor os processos internos, a empresa deseja desenvolver um sistema que funcione como um </a:t>
            </a:r>
            <a:r>
              <a:rPr lang="pt-BR" sz="2800" b="1" dirty="0"/>
              <a:t>site informativo</a:t>
            </a:r>
            <a:r>
              <a:rPr lang="pt-BR" sz="2800" dirty="0"/>
              <a:t> e de</a:t>
            </a:r>
            <a:r>
              <a:rPr lang="pt-BR" sz="2800" b="1" dirty="0"/>
              <a:t> gerenciamento web</a:t>
            </a:r>
            <a:r>
              <a:rPr lang="pt-BR" sz="2800" dirty="0"/>
              <a:t>.</a:t>
            </a:r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436557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3F6C66-D6D7-4A72-9928-967AEA400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/>
              <a:t>O que deverá ser Implementado no sistema?</a:t>
            </a:r>
            <a:endParaRPr lang="pt-BR" dirty="0"/>
          </a:p>
        </p:txBody>
      </p:sp>
      <p:graphicFrame>
        <p:nvGraphicFramePr>
          <p:cNvPr id="6" name="Espaço Reservado para Conteúdo 3">
            <a:extLst>
              <a:ext uri="{FF2B5EF4-FFF2-40B4-BE49-F238E27FC236}">
                <a16:creationId xmlns:a16="http://schemas.microsoft.com/office/drawing/2014/main" id="{F4D9D517-FF74-216F-D96B-C4061704509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770367" y="2444151"/>
          <a:ext cx="8915400" cy="21019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70267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C3C6EB-0AE3-C55A-43BC-B6ED4A0AF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tângulo 32">
            <a:extLst>
              <a:ext uri="{FF2B5EF4-FFF2-40B4-BE49-F238E27FC236}">
                <a16:creationId xmlns:a16="http://schemas.microsoft.com/office/drawing/2014/main" id="{80B526FA-DD32-1843-5D8B-04E72B80B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pt-BR" dirty="0"/>
          </a:p>
        </p:txBody>
      </p:sp>
      <p:pic>
        <p:nvPicPr>
          <p:cNvPr id="13" name="Imagem 12" descr="pontos de luz">
            <a:extLst>
              <a:ext uri="{FF2B5EF4-FFF2-40B4-BE49-F238E27FC236}">
                <a16:creationId xmlns:a16="http://schemas.microsoft.com/office/drawing/2014/main" id="{A7393582-1BB9-2C1F-E7FA-5F0AD242E15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224" y="-35812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F924012-577A-3488-6986-EAE583A80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Qual método de implantação utilizado?</a:t>
            </a: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8BF7B750-35AC-FC2D-A69C-55FFBB26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36" name="Forma livre 11">
              <a:extLst>
                <a:ext uri="{FF2B5EF4-FFF2-40B4-BE49-F238E27FC236}">
                  <a16:creationId xmlns:a16="http://schemas.microsoft.com/office/drawing/2014/main" id="{B8D36595-3314-8D14-EB64-F2C7D8D83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orma livre 12">
              <a:extLst>
                <a:ext uri="{FF2B5EF4-FFF2-40B4-BE49-F238E27FC236}">
                  <a16:creationId xmlns:a16="http://schemas.microsoft.com/office/drawing/2014/main" id="{E0FFFF69-938E-6FDD-6A81-4898B0117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orma livre 13">
              <a:extLst>
                <a:ext uri="{FF2B5EF4-FFF2-40B4-BE49-F238E27FC236}">
                  <a16:creationId xmlns:a16="http://schemas.microsoft.com/office/drawing/2014/main" id="{3039E98C-9CB8-64EE-0C6E-B3BE1B358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Forma livre 14">
              <a:extLst>
                <a:ext uri="{FF2B5EF4-FFF2-40B4-BE49-F238E27FC236}">
                  <a16:creationId xmlns:a16="http://schemas.microsoft.com/office/drawing/2014/main" id="{D8FF45FD-9777-96F4-686F-F00E4876D8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Forma livre 15">
              <a:extLst>
                <a:ext uri="{FF2B5EF4-FFF2-40B4-BE49-F238E27FC236}">
                  <a16:creationId xmlns:a16="http://schemas.microsoft.com/office/drawing/2014/main" id="{339E8865-FF71-BB7B-0BDA-5918001687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Forma livre 16">
              <a:extLst>
                <a:ext uri="{FF2B5EF4-FFF2-40B4-BE49-F238E27FC236}">
                  <a16:creationId xmlns:a16="http://schemas.microsoft.com/office/drawing/2014/main" id="{3E7EEBCA-A5C1-2D4A-21CC-34BE0AB35B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Forma livre 17">
              <a:extLst>
                <a:ext uri="{FF2B5EF4-FFF2-40B4-BE49-F238E27FC236}">
                  <a16:creationId xmlns:a16="http://schemas.microsoft.com/office/drawing/2014/main" id="{DC9A9B20-5264-A8E8-DC43-CDF14CAB1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Forma livre 18">
              <a:extLst>
                <a:ext uri="{FF2B5EF4-FFF2-40B4-BE49-F238E27FC236}">
                  <a16:creationId xmlns:a16="http://schemas.microsoft.com/office/drawing/2014/main" id="{308E9275-C562-A52B-9C08-A0E9C71925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Forma livre 19">
              <a:extLst>
                <a:ext uri="{FF2B5EF4-FFF2-40B4-BE49-F238E27FC236}">
                  <a16:creationId xmlns:a16="http://schemas.microsoft.com/office/drawing/2014/main" id="{4191FB63-A939-6A59-4F9A-BA356269D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Forma livre 20">
              <a:extLst>
                <a:ext uri="{FF2B5EF4-FFF2-40B4-BE49-F238E27FC236}">
                  <a16:creationId xmlns:a16="http://schemas.microsoft.com/office/drawing/2014/main" id="{BBE03F8F-FF2A-6C9D-AB30-31E354CC4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Forma livre 21">
              <a:extLst>
                <a:ext uri="{FF2B5EF4-FFF2-40B4-BE49-F238E27FC236}">
                  <a16:creationId xmlns:a16="http://schemas.microsoft.com/office/drawing/2014/main" id="{F8988EF5-F250-451D-960A-858259A59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Forma livre 22">
              <a:extLst>
                <a:ext uri="{FF2B5EF4-FFF2-40B4-BE49-F238E27FC236}">
                  <a16:creationId xmlns:a16="http://schemas.microsoft.com/office/drawing/2014/main" id="{ACC6786E-6190-9363-5F8C-A34332EFC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DC3AB521-329E-5A0C-D829-7D34B61C3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50" name="Forma livre 27">
              <a:extLst>
                <a:ext uri="{FF2B5EF4-FFF2-40B4-BE49-F238E27FC236}">
                  <a16:creationId xmlns:a16="http://schemas.microsoft.com/office/drawing/2014/main" id="{F1E28443-F3A5-8AC8-BE4F-19D726361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Forma livre 28">
              <a:extLst>
                <a:ext uri="{FF2B5EF4-FFF2-40B4-BE49-F238E27FC236}">
                  <a16:creationId xmlns:a16="http://schemas.microsoft.com/office/drawing/2014/main" id="{0D30CC62-0A9D-582C-C0FF-0FF0F4685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Forma livre 29">
              <a:extLst>
                <a:ext uri="{FF2B5EF4-FFF2-40B4-BE49-F238E27FC236}">
                  <a16:creationId xmlns:a16="http://schemas.microsoft.com/office/drawing/2014/main" id="{96660D39-E827-5147-AFE7-6B5F40F39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Forma livre 30">
              <a:extLst>
                <a:ext uri="{FF2B5EF4-FFF2-40B4-BE49-F238E27FC236}">
                  <a16:creationId xmlns:a16="http://schemas.microsoft.com/office/drawing/2014/main" id="{00BEE034-4879-21FF-2619-08026B483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" name="Forma livre 31">
              <a:extLst>
                <a:ext uri="{FF2B5EF4-FFF2-40B4-BE49-F238E27FC236}">
                  <a16:creationId xmlns:a16="http://schemas.microsoft.com/office/drawing/2014/main" id="{5470179B-D028-9BBC-1458-5632F8113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Forma livre 32">
              <a:extLst>
                <a:ext uri="{FF2B5EF4-FFF2-40B4-BE49-F238E27FC236}">
                  <a16:creationId xmlns:a16="http://schemas.microsoft.com/office/drawing/2014/main" id="{BECB2590-8405-D019-FAA0-5C95CF71C8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orma livre 33">
              <a:extLst>
                <a:ext uri="{FF2B5EF4-FFF2-40B4-BE49-F238E27FC236}">
                  <a16:creationId xmlns:a16="http://schemas.microsoft.com/office/drawing/2014/main" id="{E6295C59-EF13-8EAB-72B5-97EEE2734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orma livre 34">
              <a:extLst>
                <a:ext uri="{FF2B5EF4-FFF2-40B4-BE49-F238E27FC236}">
                  <a16:creationId xmlns:a16="http://schemas.microsoft.com/office/drawing/2014/main" id="{25C5C45C-F541-001E-EBA3-CCDE9E33E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orma livre 35">
              <a:extLst>
                <a:ext uri="{FF2B5EF4-FFF2-40B4-BE49-F238E27FC236}">
                  <a16:creationId xmlns:a16="http://schemas.microsoft.com/office/drawing/2014/main" id="{C8A564AE-3CB6-F6EE-5CBF-F08D07CCE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orma livre 36">
              <a:extLst>
                <a:ext uri="{FF2B5EF4-FFF2-40B4-BE49-F238E27FC236}">
                  <a16:creationId xmlns:a16="http://schemas.microsoft.com/office/drawing/2014/main" id="{52E4FAE3-16ED-06AA-64EE-D687D1422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orma livre 37">
              <a:extLst>
                <a:ext uri="{FF2B5EF4-FFF2-40B4-BE49-F238E27FC236}">
                  <a16:creationId xmlns:a16="http://schemas.microsoft.com/office/drawing/2014/main" id="{A730C7E7-78A5-60C2-80FA-442115185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orma livre 38">
              <a:extLst>
                <a:ext uri="{FF2B5EF4-FFF2-40B4-BE49-F238E27FC236}">
                  <a16:creationId xmlns:a16="http://schemas.microsoft.com/office/drawing/2014/main" id="{5CA64568-1148-36ED-699C-5426D6B37E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3" name="Retângulo 62">
            <a:extLst>
              <a:ext uri="{FF2B5EF4-FFF2-40B4-BE49-F238E27FC236}">
                <a16:creationId xmlns:a16="http://schemas.microsoft.com/office/drawing/2014/main" id="{2EA0B12F-43FE-A4F3-AA6F-8370AAF88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65" name="Forma livre 11">
            <a:extLst>
              <a:ext uri="{FF2B5EF4-FFF2-40B4-BE49-F238E27FC236}">
                <a16:creationId xmlns:a16="http://schemas.microsoft.com/office/drawing/2014/main" id="{9B6B91DE-EBAA-2AA5-5D85-F25D5B427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278BBF-A2A0-F921-874E-8B1BE5703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2351875"/>
            <a:ext cx="8915400" cy="592188"/>
          </a:xfrm>
        </p:spPr>
        <p:txBody>
          <a:bodyPr>
            <a:normAutofit/>
          </a:bodyPr>
          <a:lstStyle/>
          <a:p>
            <a:r>
              <a:rPr lang="pt-BR" sz="2400" dirty="0"/>
              <a:t>Paralelo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B8478AA-ADC1-72A3-9969-552C14BD9807}"/>
              </a:ext>
            </a:extLst>
          </p:cNvPr>
          <p:cNvSpPr txBox="1"/>
          <p:nvPr/>
        </p:nvSpPr>
        <p:spPr>
          <a:xfrm>
            <a:off x="2582298" y="3285521"/>
            <a:ext cx="7341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E Porquê?</a:t>
            </a:r>
          </a:p>
        </p:txBody>
      </p:sp>
      <p:sp>
        <p:nvSpPr>
          <p:cNvPr id="7" name="Espaço Reservado para Conteúdo 3">
            <a:extLst>
              <a:ext uri="{FF2B5EF4-FFF2-40B4-BE49-F238E27FC236}">
                <a16:creationId xmlns:a16="http://schemas.microsoft.com/office/drawing/2014/main" id="{12EA3ADF-ED14-EB92-EB7D-23A419DE0C55}"/>
              </a:ext>
            </a:extLst>
          </p:cNvPr>
          <p:cNvSpPr txBox="1">
            <a:spLocks/>
          </p:cNvSpPr>
          <p:nvPr/>
        </p:nvSpPr>
        <p:spPr>
          <a:xfrm>
            <a:off x="2464181" y="4509417"/>
            <a:ext cx="9169174" cy="1573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/>
              <a:t>Para adaptação, utilizando o sistema antigo e novo ao mesmo tempo até que esteja pronto para abandonar o antigo de vez;</a:t>
            </a:r>
          </a:p>
          <a:p>
            <a:r>
              <a:rPr lang="pt-BR" sz="2000" dirty="0"/>
              <a:t> Se o sistema apresentar algum erro não corre o risco de perda de dados.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590138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71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ângulo 9">
            <a:extLst>
              <a:ext uri="{FF2B5EF4-FFF2-40B4-BE49-F238E27FC236}">
                <a16:creationId xmlns:a16="http://schemas.microsoft.com/office/drawing/2014/main" id="{93F2CC0B-D5F1-40B8-9CC6-4A36850B6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pic>
        <p:nvPicPr>
          <p:cNvPr id="5" name="Imagem 4" descr="pontos de luz">
            <a:extLst>
              <a:ext uri="{FF2B5EF4-FFF2-40B4-BE49-F238E27FC236}">
                <a16:creationId xmlns:a16="http://schemas.microsoft.com/office/drawing/2014/main" id="{1A23FE0C-9A67-334E-9B7F-83AA9CF636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7224" y="5"/>
            <a:ext cx="1219200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266081D-517B-5D43-A7B4-E67DDEDC0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8665" y="1181827"/>
            <a:ext cx="5467243" cy="2262781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Obrigado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31C6CE6-1810-44ED-A6D7-3FF53040A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3" name="Forma livre 11">
              <a:extLst>
                <a:ext uri="{FF2B5EF4-FFF2-40B4-BE49-F238E27FC236}">
                  <a16:creationId xmlns:a16="http://schemas.microsoft.com/office/drawing/2014/main" id="{1F6D8BFE-D0D0-4BAE-9D5A-701DE7D3CE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orma livre 12">
              <a:extLst>
                <a:ext uri="{FF2B5EF4-FFF2-40B4-BE49-F238E27FC236}">
                  <a16:creationId xmlns:a16="http://schemas.microsoft.com/office/drawing/2014/main" id="{53F86D30-CEDB-4D96-AF73-AA3CD5A43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orma livre 13">
              <a:extLst>
                <a:ext uri="{FF2B5EF4-FFF2-40B4-BE49-F238E27FC236}">
                  <a16:creationId xmlns:a16="http://schemas.microsoft.com/office/drawing/2014/main" id="{F5187540-C4C8-410C-A395-69FCB1C86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orma livre 14">
              <a:extLst>
                <a:ext uri="{FF2B5EF4-FFF2-40B4-BE49-F238E27FC236}">
                  <a16:creationId xmlns:a16="http://schemas.microsoft.com/office/drawing/2014/main" id="{75BD6E4A-797C-451B-B08F-D99C1A9D1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orma livre 15">
              <a:extLst>
                <a:ext uri="{FF2B5EF4-FFF2-40B4-BE49-F238E27FC236}">
                  <a16:creationId xmlns:a16="http://schemas.microsoft.com/office/drawing/2014/main" id="{0D241082-BAFA-462E-827B-5814B020F5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orma livre 16">
              <a:extLst>
                <a:ext uri="{FF2B5EF4-FFF2-40B4-BE49-F238E27FC236}">
                  <a16:creationId xmlns:a16="http://schemas.microsoft.com/office/drawing/2014/main" id="{2920CCBD-116D-450B-9608-99F05F7D7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orma livre 17">
              <a:extLst>
                <a:ext uri="{FF2B5EF4-FFF2-40B4-BE49-F238E27FC236}">
                  <a16:creationId xmlns:a16="http://schemas.microsoft.com/office/drawing/2014/main" id="{A57CD3DE-CEAF-4BD4-A5EF-24B3E622BB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orma livre 18">
              <a:extLst>
                <a:ext uri="{FF2B5EF4-FFF2-40B4-BE49-F238E27FC236}">
                  <a16:creationId xmlns:a16="http://schemas.microsoft.com/office/drawing/2014/main" id="{4EC3258C-366B-4629-A7D3-5173D3637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orma livre 19">
              <a:extLst>
                <a:ext uri="{FF2B5EF4-FFF2-40B4-BE49-F238E27FC236}">
                  <a16:creationId xmlns:a16="http://schemas.microsoft.com/office/drawing/2014/main" id="{D444D63A-CE2B-4ACD-BA0E-4ADECAD86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orma livre 20">
              <a:extLst>
                <a:ext uri="{FF2B5EF4-FFF2-40B4-BE49-F238E27FC236}">
                  <a16:creationId xmlns:a16="http://schemas.microsoft.com/office/drawing/2014/main" id="{7A504DF6-187A-4A54-96E8-3F3F28AAA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orma livre 21">
              <a:extLst>
                <a:ext uri="{FF2B5EF4-FFF2-40B4-BE49-F238E27FC236}">
                  <a16:creationId xmlns:a16="http://schemas.microsoft.com/office/drawing/2014/main" id="{FE04C6F5-6DC5-4C7E-9278-9BE624FC78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orma livre 22">
              <a:extLst>
                <a:ext uri="{FF2B5EF4-FFF2-40B4-BE49-F238E27FC236}">
                  <a16:creationId xmlns:a16="http://schemas.microsoft.com/office/drawing/2014/main" id="{94A02D9B-E6A9-4D6A-9D2A-D81C76802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B78034A6-3565-46AA-9E73-1C954666A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7" name="Forma livre 27">
              <a:extLst>
                <a:ext uri="{FF2B5EF4-FFF2-40B4-BE49-F238E27FC236}">
                  <a16:creationId xmlns:a16="http://schemas.microsoft.com/office/drawing/2014/main" id="{04947AA2-A772-42CB-9CEC-065095D3DC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orma livre 28">
              <a:extLst>
                <a:ext uri="{FF2B5EF4-FFF2-40B4-BE49-F238E27FC236}">
                  <a16:creationId xmlns:a16="http://schemas.microsoft.com/office/drawing/2014/main" id="{83C52D84-DEC1-4E16-972E-8EEA5D52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orma livre 29">
              <a:extLst>
                <a:ext uri="{FF2B5EF4-FFF2-40B4-BE49-F238E27FC236}">
                  <a16:creationId xmlns:a16="http://schemas.microsoft.com/office/drawing/2014/main" id="{2036A28D-EF09-41F7-906F-CF405361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orma livre 30">
              <a:extLst>
                <a:ext uri="{FF2B5EF4-FFF2-40B4-BE49-F238E27FC236}">
                  <a16:creationId xmlns:a16="http://schemas.microsoft.com/office/drawing/2014/main" id="{EE8D92C7-C907-4120-95E3-80E3DC85B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orma livre 31">
              <a:extLst>
                <a:ext uri="{FF2B5EF4-FFF2-40B4-BE49-F238E27FC236}">
                  <a16:creationId xmlns:a16="http://schemas.microsoft.com/office/drawing/2014/main" id="{BBCEAAB8-CD22-41D7-B330-702682A27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orma livre 32">
              <a:extLst>
                <a:ext uri="{FF2B5EF4-FFF2-40B4-BE49-F238E27FC236}">
                  <a16:creationId xmlns:a16="http://schemas.microsoft.com/office/drawing/2014/main" id="{6BBC1FEE-3D72-492B-8D8A-BE1A5507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orma livre 33">
              <a:extLst>
                <a:ext uri="{FF2B5EF4-FFF2-40B4-BE49-F238E27FC236}">
                  <a16:creationId xmlns:a16="http://schemas.microsoft.com/office/drawing/2014/main" id="{C28C6E5C-C393-435C-96A1-AA2859BDCB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orma livre 34">
              <a:extLst>
                <a:ext uri="{FF2B5EF4-FFF2-40B4-BE49-F238E27FC236}">
                  <a16:creationId xmlns:a16="http://schemas.microsoft.com/office/drawing/2014/main" id="{2C2C991F-AC51-4DF5-B8DD-19B08C1CB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orma livre 35">
              <a:extLst>
                <a:ext uri="{FF2B5EF4-FFF2-40B4-BE49-F238E27FC236}">
                  <a16:creationId xmlns:a16="http://schemas.microsoft.com/office/drawing/2014/main" id="{9C916B5F-285D-4F5A-9085-6781753AF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orma livre 36">
              <a:extLst>
                <a:ext uri="{FF2B5EF4-FFF2-40B4-BE49-F238E27FC236}">
                  <a16:creationId xmlns:a16="http://schemas.microsoft.com/office/drawing/2014/main" id="{0375DD5F-9D17-4873-B697-3D44A5EBE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orma livre 37">
              <a:extLst>
                <a:ext uri="{FF2B5EF4-FFF2-40B4-BE49-F238E27FC236}">
                  <a16:creationId xmlns:a16="http://schemas.microsoft.com/office/drawing/2014/main" id="{A159BBC7-6A8B-4612-94A8-56323452C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orma livre 38">
              <a:extLst>
                <a:ext uri="{FF2B5EF4-FFF2-40B4-BE49-F238E27FC236}">
                  <a16:creationId xmlns:a16="http://schemas.microsoft.com/office/drawing/2014/main" id="{177C901C-F8DE-4C99-95C8-F8CA1B84F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0" name="Retângulo 39">
            <a:extLst>
              <a:ext uri="{FF2B5EF4-FFF2-40B4-BE49-F238E27FC236}">
                <a16:creationId xmlns:a16="http://schemas.microsoft.com/office/drawing/2014/main" id="{D1D655F2-6D15-4265-ADEE-EF0075C13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42" name="Forma livre 69">
            <a:extLst>
              <a:ext uri="{FF2B5EF4-FFF2-40B4-BE49-F238E27FC236}">
                <a16:creationId xmlns:a16="http://schemas.microsoft.com/office/drawing/2014/main" id="{3248A930-1A6E-4EFB-8213-D1AC735BE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3739934"/>
      </p:ext>
    </p:extLst>
  </p:cSld>
  <p:clrMapOvr>
    <a:masterClrMapping/>
  </p:clrMapOvr>
</p:sld>
</file>

<file path=ppt/theme/theme1.xml><?xml version="1.0" encoding="utf-8"?>
<a:theme xmlns:a="http://schemas.openxmlformats.org/drawingml/2006/main" name="Mecha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7C3E52-A0B1-49C0-88BD-66B715EE8B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B8F5F2-61AB-4CE6-A5E3-F34B87B0EE4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D575CB40-8686-4C48-810A-C2974D3D3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 do evento</Template>
  <TotalTime>0</TotalTime>
  <Words>130</Words>
  <Application>Microsoft Office PowerPoint</Application>
  <PresentationFormat>Widescreen</PresentationFormat>
  <Paragraphs>20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Century Gothic</vt:lpstr>
      <vt:lpstr>Wingdings 3</vt:lpstr>
      <vt:lpstr>Mecha</vt:lpstr>
      <vt:lpstr>Salão de Festas Alegria</vt:lpstr>
      <vt:lpstr>Objetivo do Sistema:</vt:lpstr>
      <vt:lpstr>O que deverá ser Implementado no sistema?</vt:lpstr>
      <vt:lpstr>Qual método de implantação utilizado?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Joao Felipe Da Costa Moreira</dc:creator>
  <cp:lastModifiedBy>Joao Felipe Da Costa Moreira</cp:lastModifiedBy>
  <cp:revision>1</cp:revision>
  <dcterms:created xsi:type="dcterms:W3CDTF">2026-06-11T17:23:29Z</dcterms:created>
  <dcterms:modified xsi:type="dcterms:W3CDTF">2026-06-11T18:34:58Z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5c88f678-0b6e-4995-8ab3-bcc8062be905_Enabled">
    <vt:lpwstr>true</vt:lpwstr>
  </property>
  <property fmtid="{D5CDD505-2E9C-101B-9397-08002B2CF9AE}" pid="4" name="MSIP_Label_5c88f678-0b6e-4995-8ab3-bcc8062be905_SetDate">
    <vt:lpwstr>2026-06-11T18:34:18Z</vt:lpwstr>
  </property>
  <property fmtid="{D5CDD505-2E9C-101B-9397-08002B2CF9AE}" pid="5" name="MSIP_Label_5c88f678-0b6e-4995-8ab3-bcc8062be905_Method">
    <vt:lpwstr>Standard</vt:lpwstr>
  </property>
  <property fmtid="{D5CDD505-2E9C-101B-9397-08002B2CF9AE}" pid="6" name="MSIP_Label_5c88f678-0b6e-4995-8ab3-bcc8062be905_Name">
    <vt:lpwstr>Ostensivo</vt:lpwstr>
  </property>
  <property fmtid="{D5CDD505-2E9C-101B-9397-08002B2CF9AE}" pid="7" name="MSIP_Label_5c88f678-0b6e-4995-8ab3-bcc8062be905_SiteId">
    <vt:lpwstr>d0c698d4-e4ea-4ee9-a79d-f2d7a78399c8</vt:lpwstr>
  </property>
  <property fmtid="{D5CDD505-2E9C-101B-9397-08002B2CF9AE}" pid="8" name="MSIP_Label_5c88f678-0b6e-4995-8ab3-bcc8062be905_ActionId">
    <vt:lpwstr>34f3ac71-4d16-4d42-9a31-cd6f99949529</vt:lpwstr>
  </property>
  <property fmtid="{D5CDD505-2E9C-101B-9397-08002B2CF9AE}" pid="9" name="MSIP_Label_5c88f678-0b6e-4995-8ab3-bcc8062be905_ContentBits">
    <vt:lpwstr>0</vt:lpwstr>
  </property>
  <property fmtid="{D5CDD505-2E9C-101B-9397-08002B2CF9AE}" pid="10" name="MSIP_Label_5c88f678-0b6e-4995-8ab3-bcc8062be905_Tag">
    <vt:lpwstr>10, 3, 0, 1</vt:lpwstr>
  </property>
</Properties>
</file>